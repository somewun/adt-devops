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ortfoli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1584000" y="648000"/>
            <a:ext cx="6480000" cy="259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"/>
          <p:cNvSpPr txBox="1"/>
          <p:nvPr/>
        </p:nvSpPr>
        <p:spPr>
          <a:xfrm>
            <a:off x="4104000" y="4896000"/>
            <a:ext cx="5760000" cy="346320"/>
          </a:xfrm>
          <a:prstGeom prst="rect">
            <a:avLst/>
          </a:prstGeom>
          <a:noFill/>
          <a:ln w="10800">
            <a:noFill/>
          </a:ln>
        </p:spPr>
        <p:txBody>
          <a:bodyPr lIns="90000" rIns="90000" tIns="45000" bIns="45000" anchor="t">
            <a:spAutoFit/>
          </a:bodyPr>
          <a:p>
            <a:fld id="{7789C044-610D-41E4-A016-BC71CA997207}" type="author"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fld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25920" y="4628880"/>
            <a:ext cx="6120000" cy="180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2040" bIns="-3204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"/>
          <p:cNvSpPr/>
          <p:nvPr/>
        </p:nvSpPr>
        <p:spPr>
          <a:xfrm>
            <a:off x="3859200" y="5324400"/>
            <a:ext cx="6240240" cy="72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9960" bIns="-3996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"/>
          <p:cNvSpPr/>
          <p:nvPr/>
        </p:nvSpPr>
        <p:spPr>
          <a:xfrm>
            <a:off x="4044960" y="4944960"/>
            <a:ext cx="7200" cy="487440"/>
          </a:xfrm>
          <a:custGeom>
            <a:avLst/>
            <a:gdLst>
              <a:gd name="textAreaLeft" fmla="*/ 1080 w 7200"/>
              <a:gd name="textAreaRight" fmla="*/ 6120 w 7200"/>
              <a:gd name="textAreaTop" fmla="*/ 1080 h 487440"/>
              <a:gd name="textAreaBottom" fmla="*/ 486360 h 487440"/>
            </a:gdLst>
            <a:ahLst/>
            <a:cxnLst/>
            <a:rect l="textAreaLeft" t="textAreaTop" r="textAreaRight" b="textAreaBottom"/>
            <a:pathLst>
              <a:path w="21600" h="1393714">
                <a:moveTo>
                  <a:pt x="10800" y="0"/>
                </a:moveTo>
                <a:arcTo wR="10800" hR="10800" stAng="16200000" swAng="-5400000"/>
                <a:lnTo>
                  <a:pt x="0" y="1382914"/>
                </a:lnTo>
                <a:arcTo wR="10800" hR="10800" stAng="10800000" swAng="-5400000"/>
                <a:lnTo>
                  <a:pt x="10800" y="1393714"/>
                </a:lnTo>
                <a:arcTo wR="10800" hR="10800" stAng="5400000" swAng="-5400000"/>
                <a:lnTo>
                  <a:pt x="21600" y="10800"/>
                </a:lnTo>
                <a:arcTo wR="10800" hR="10800" stAng="0" swAng="-5400000"/>
                <a:close/>
              </a:path>
            </a:pathLst>
          </a:custGeom>
          <a:solidFill>
            <a:srgbClr val="cccccc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ortfoli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1584000" y="648000"/>
            <a:ext cx="6480000" cy="259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4104000" y="4896000"/>
            <a:ext cx="5760000" cy="346320"/>
          </a:xfrm>
          <a:prstGeom prst="rect">
            <a:avLst/>
          </a:prstGeom>
          <a:noFill/>
          <a:ln w="10800">
            <a:noFill/>
          </a:ln>
        </p:spPr>
        <p:txBody>
          <a:bodyPr lIns="90000" rIns="90000" tIns="45000" bIns="45000" anchor="t">
            <a:spAutoFit/>
          </a:bodyPr>
          <a:p>
            <a:fld id="{6FB61593-9E37-49A9-9697-4F4BB5D04D1D}" type="author"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fld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25920" y="4628880"/>
            <a:ext cx="6120000" cy="180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2040" bIns="-3204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"/>
          <p:cNvSpPr/>
          <p:nvPr/>
        </p:nvSpPr>
        <p:spPr>
          <a:xfrm>
            <a:off x="3859200" y="5324400"/>
            <a:ext cx="6240240" cy="72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9960" bIns="-3996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"/>
          <p:cNvSpPr/>
          <p:nvPr/>
        </p:nvSpPr>
        <p:spPr>
          <a:xfrm>
            <a:off x="4044960" y="4944960"/>
            <a:ext cx="7200" cy="487440"/>
          </a:xfrm>
          <a:custGeom>
            <a:avLst/>
            <a:gdLst>
              <a:gd name="textAreaLeft" fmla="*/ 1080 w 7200"/>
              <a:gd name="textAreaRight" fmla="*/ 6120 w 7200"/>
              <a:gd name="textAreaTop" fmla="*/ 1080 h 487440"/>
              <a:gd name="textAreaBottom" fmla="*/ 486360 h 487440"/>
            </a:gdLst>
            <a:ahLst/>
            <a:cxnLst/>
            <a:rect l="textAreaLeft" t="textAreaTop" r="textAreaRight" b="textAreaBottom"/>
            <a:pathLst>
              <a:path w="21600" h="1393714">
                <a:moveTo>
                  <a:pt x="10800" y="0"/>
                </a:moveTo>
                <a:arcTo wR="10800" hR="10800" stAng="16200000" swAng="-5400000"/>
                <a:lnTo>
                  <a:pt x="0" y="1382914"/>
                </a:lnTo>
                <a:arcTo wR="10800" hR="10800" stAng="10800000" swAng="-5400000"/>
                <a:lnTo>
                  <a:pt x="10800" y="1393714"/>
                </a:lnTo>
                <a:arcTo wR="10800" hR="10800" stAng="5400000" swAng="-5400000"/>
                <a:lnTo>
                  <a:pt x="21600" y="10800"/>
                </a:lnTo>
                <a:arcTo wR="10800" hR="10800" stAng="0" swAng="-5400000"/>
                <a:close/>
              </a:path>
            </a:pathLst>
          </a:custGeom>
          <a:solidFill>
            <a:srgbClr val="cccccc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One Column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4"/>
          </p:nvPr>
        </p:nvSpPr>
        <p:spPr>
          <a:xfrm>
            <a:off x="504000" y="5256000"/>
            <a:ext cx="1656000" cy="41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en-GB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5"/>
          </p:nvPr>
        </p:nvSpPr>
        <p:spPr>
          <a:xfrm>
            <a:off x="2520000" y="5256000"/>
            <a:ext cx="4680000" cy="41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en-GB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6"/>
          </p:nvPr>
        </p:nvSpPr>
        <p:spPr>
          <a:xfrm>
            <a:off x="7560000" y="5256000"/>
            <a:ext cx="1620000" cy="41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en-GB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551710DA-D63C-42D3-AB31-42BF003A1D36}" type="slidenum">
              <a:rPr b="0" lang="en-GB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GB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20880" y="607320"/>
            <a:ext cx="6120000" cy="180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2040" bIns="-3204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4430520" y="840960"/>
            <a:ext cx="5673960" cy="72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9960" bIns="-3996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9819720" y="474480"/>
            <a:ext cx="7200" cy="493200"/>
          </a:xfrm>
          <a:custGeom>
            <a:avLst/>
            <a:gdLst>
              <a:gd name="textAreaLeft" fmla="*/ 1080 w 7200"/>
              <a:gd name="textAreaRight" fmla="*/ 6120 w 7200"/>
              <a:gd name="textAreaTop" fmla="*/ 1080 h 493200"/>
              <a:gd name="textAreaBottom" fmla="*/ 492120 h 493200"/>
            </a:gdLst>
            <a:ahLst/>
            <a:cxnLst/>
            <a:rect l="textAreaLeft" t="textAreaTop" r="textAreaRight" b="textAreaBottom"/>
            <a:pathLst>
              <a:path w="21600" h="1410171">
                <a:moveTo>
                  <a:pt x="10800" y="0"/>
                </a:moveTo>
                <a:arcTo wR="10800" hR="10800" stAng="16200000" swAng="-5400000"/>
                <a:lnTo>
                  <a:pt x="0" y="1399371"/>
                </a:lnTo>
                <a:arcTo wR="10800" hR="10800" stAng="10800000" swAng="-5400000"/>
                <a:lnTo>
                  <a:pt x="10800" y="1410171"/>
                </a:lnTo>
                <a:arcTo wR="10800" hR="10800" stAng="5400000" swAng="-5400000"/>
                <a:lnTo>
                  <a:pt x="21600" y="10800"/>
                </a:lnTo>
                <a:arcTo wR="10800" hR="10800" stAng="0" swAng="-5400000"/>
                <a:close/>
              </a:path>
            </a:pathLst>
          </a:custGeom>
          <a:solidFill>
            <a:srgbClr val="cccccc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1900800" y="5204880"/>
            <a:ext cx="7465320" cy="72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9960" bIns="-3996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9259920" y="4917240"/>
            <a:ext cx="7200" cy="349560"/>
          </a:xfrm>
          <a:custGeom>
            <a:avLst/>
            <a:gdLst>
              <a:gd name="textAreaLeft" fmla="*/ 1080 w 7200"/>
              <a:gd name="textAreaRight" fmla="*/ 6120 w 7200"/>
              <a:gd name="textAreaTop" fmla="*/ 1080 h 349560"/>
              <a:gd name="textAreaBottom" fmla="*/ 348480 h 349560"/>
            </a:gdLst>
            <a:ahLst/>
            <a:cxnLst/>
            <a:rect l="textAreaLeft" t="textAreaTop" r="textAreaRight" b="textAreaBottom"/>
            <a:pathLst>
              <a:path w="21600" h="999771">
                <a:moveTo>
                  <a:pt x="10800" y="0"/>
                </a:moveTo>
                <a:arcTo wR="10800" hR="10800" stAng="16200000" swAng="-5400000"/>
                <a:lnTo>
                  <a:pt x="0" y="988971"/>
                </a:lnTo>
                <a:arcTo wR="10800" hR="10800" stAng="10800000" swAng="-5400000"/>
                <a:lnTo>
                  <a:pt x="10800" y="999771"/>
                </a:lnTo>
                <a:arcTo wR="10800" hR="10800" stAng="5400000" swAng="-5400000"/>
                <a:lnTo>
                  <a:pt x="21600" y="10800"/>
                </a:lnTo>
                <a:arcTo wR="10800" hR="10800" stAng="0" swAng="-5400000"/>
                <a:close/>
              </a:path>
            </a:pathLst>
          </a:custGeom>
          <a:solidFill>
            <a:srgbClr val="cccccc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One Column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1"/>
          </p:nvPr>
        </p:nvSpPr>
        <p:spPr>
          <a:xfrm>
            <a:off x="504000" y="5256000"/>
            <a:ext cx="1656000" cy="41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en-GB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2"/>
          </p:nvPr>
        </p:nvSpPr>
        <p:spPr>
          <a:xfrm>
            <a:off x="2520000" y="5256000"/>
            <a:ext cx="4680000" cy="41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en-GB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3"/>
          </p:nvPr>
        </p:nvSpPr>
        <p:spPr>
          <a:xfrm>
            <a:off x="7560000" y="5256000"/>
            <a:ext cx="1620000" cy="41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en-GB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34F0FB17-891B-4EA5-9D52-A582039189BF}" type="slidenum">
              <a:rPr b="0" lang="en-GB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GB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20880" y="607320"/>
            <a:ext cx="6120000" cy="180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2040" bIns="-3204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4430520" y="840960"/>
            <a:ext cx="5673960" cy="72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9960" bIns="-3996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9819720" y="474480"/>
            <a:ext cx="7200" cy="493200"/>
          </a:xfrm>
          <a:custGeom>
            <a:avLst/>
            <a:gdLst>
              <a:gd name="textAreaLeft" fmla="*/ 1080 w 7200"/>
              <a:gd name="textAreaRight" fmla="*/ 6120 w 7200"/>
              <a:gd name="textAreaTop" fmla="*/ 1080 h 493200"/>
              <a:gd name="textAreaBottom" fmla="*/ 492120 h 493200"/>
            </a:gdLst>
            <a:ahLst/>
            <a:cxnLst/>
            <a:rect l="textAreaLeft" t="textAreaTop" r="textAreaRight" b="textAreaBottom"/>
            <a:pathLst>
              <a:path w="21600" h="1410171">
                <a:moveTo>
                  <a:pt x="10800" y="0"/>
                </a:moveTo>
                <a:arcTo wR="10800" hR="10800" stAng="16200000" swAng="-5400000"/>
                <a:lnTo>
                  <a:pt x="0" y="1399371"/>
                </a:lnTo>
                <a:arcTo wR="10800" hR="10800" stAng="10800000" swAng="-5400000"/>
                <a:lnTo>
                  <a:pt x="10800" y="1410171"/>
                </a:lnTo>
                <a:arcTo wR="10800" hR="10800" stAng="5400000" swAng="-5400000"/>
                <a:lnTo>
                  <a:pt x="21600" y="10800"/>
                </a:lnTo>
                <a:arcTo wR="10800" hR="10800" stAng="0" swAng="-5400000"/>
                <a:close/>
              </a:path>
            </a:pathLst>
          </a:custGeom>
          <a:solidFill>
            <a:srgbClr val="cccccc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1900800" y="5204880"/>
            <a:ext cx="7465320" cy="72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9960" bIns="-3996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9259920" y="4917240"/>
            <a:ext cx="7200" cy="349560"/>
          </a:xfrm>
          <a:custGeom>
            <a:avLst/>
            <a:gdLst>
              <a:gd name="textAreaLeft" fmla="*/ 1080 w 7200"/>
              <a:gd name="textAreaRight" fmla="*/ 6120 w 7200"/>
              <a:gd name="textAreaTop" fmla="*/ 1080 h 349560"/>
              <a:gd name="textAreaBottom" fmla="*/ 348480 h 349560"/>
            </a:gdLst>
            <a:ahLst/>
            <a:cxnLst/>
            <a:rect l="textAreaLeft" t="textAreaTop" r="textAreaRight" b="textAreaBottom"/>
            <a:pathLst>
              <a:path w="21600" h="999771">
                <a:moveTo>
                  <a:pt x="10800" y="0"/>
                </a:moveTo>
                <a:arcTo wR="10800" hR="10800" stAng="16200000" swAng="-5400000"/>
                <a:lnTo>
                  <a:pt x="0" y="988971"/>
                </a:lnTo>
                <a:arcTo wR="10800" hR="10800" stAng="10800000" swAng="-5400000"/>
                <a:lnTo>
                  <a:pt x="10800" y="999771"/>
                </a:lnTo>
                <a:arcTo wR="10800" hR="10800" stAng="5400000" swAng="-5400000"/>
                <a:lnTo>
                  <a:pt x="21600" y="10800"/>
                </a:lnTo>
                <a:arcTo wR="10800" hR="10800" stAng="0" swAng="-5400000"/>
                <a:close/>
              </a:path>
            </a:pathLst>
          </a:custGeom>
          <a:solidFill>
            <a:srgbClr val="cccccc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lumns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7"/>
          </p:nvPr>
        </p:nvSpPr>
        <p:spPr>
          <a:xfrm>
            <a:off x="504000" y="5256000"/>
            <a:ext cx="1656000" cy="41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en-GB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8"/>
          </p:nvPr>
        </p:nvSpPr>
        <p:spPr>
          <a:xfrm>
            <a:off x="2520000" y="5256000"/>
            <a:ext cx="4680000" cy="41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en-GB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9"/>
          </p:nvPr>
        </p:nvSpPr>
        <p:spPr>
          <a:xfrm>
            <a:off x="7560000" y="5256000"/>
            <a:ext cx="1620000" cy="41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en-GB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738067A3-1A24-410F-AF39-02FE1EE2E2B4}" type="slidenum">
              <a:rPr b="0" lang="en-GB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GB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20880" y="607320"/>
            <a:ext cx="6120000" cy="180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2040" bIns="-3204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4430520" y="840960"/>
            <a:ext cx="5673960" cy="72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9960" bIns="-3996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9819720" y="474480"/>
            <a:ext cx="7200" cy="493200"/>
          </a:xfrm>
          <a:custGeom>
            <a:avLst/>
            <a:gdLst>
              <a:gd name="textAreaLeft" fmla="*/ 1080 w 7200"/>
              <a:gd name="textAreaRight" fmla="*/ 6120 w 7200"/>
              <a:gd name="textAreaTop" fmla="*/ 1080 h 493200"/>
              <a:gd name="textAreaBottom" fmla="*/ 492120 h 493200"/>
            </a:gdLst>
            <a:ahLst/>
            <a:cxnLst/>
            <a:rect l="textAreaLeft" t="textAreaTop" r="textAreaRight" b="textAreaBottom"/>
            <a:pathLst>
              <a:path w="21600" h="1410171">
                <a:moveTo>
                  <a:pt x="10800" y="0"/>
                </a:moveTo>
                <a:arcTo wR="10800" hR="10800" stAng="16200000" swAng="-5400000"/>
                <a:lnTo>
                  <a:pt x="0" y="1399371"/>
                </a:lnTo>
                <a:arcTo wR="10800" hR="10800" stAng="10800000" swAng="-5400000"/>
                <a:lnTo>
                  <a:pt x="10800" y="1410171"/>
                </a:lnTo>
                <a:arcTo wR="10800" hR="10800" stAng="5400000" swAng="-5400000"/>
                <a:lnTo>
                  <a:pt x="21600" y="10800"/>
                </a:lnTo>
                <a:arcTo wR="10800" hR="10800" stAng="0" swAng="-5400000"/>
                <a:close/>
              </a:path>
            </a:pathLst>
          </a:custGeom>
          <a:solidFill>
            <a:srgbClr val="cccccc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5644080" y="5194800"/>
            <a:ext cx="3722040" cy="72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9960" bIns="-3996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9259920" y="4917240"/>
            <a:ext cx="7200" cy="349560"/>
          </a:xfrm>
          <a:custGeom>
            <a:avLst/>
            <a:gdLst>
              <a:gd name="textAreaLeft" fmla="*/ 1080 w 7200"/>
              <a:gd name="textAreaRight" fmla="*/ 6120 w 7200"/>
              <a:gd name="textAreaTop" fmla="*/ 1080 h 349560"/>
              <a:gd name="textAreaBottom" fmla="*/ 348480 h 349560"/>
            </a:gdLst>
            <a:ahLst/>
            <a:cxnLst/>
            <a:rect l="textAreaLeft" t="textAreaTop" r="textAreaRight" b="textAreaBottom"/>
            <a:pathLst>
              <a:path w="21600" h="999771">
                <a:moveTo>
                  <a:pt x="10800" y="0"/>
                </a:moveTo>
                <a:arcTo wR="10800" hR="10800" stAng="16200000" swAng="-5400000"/>
                <a:lnTo>
                  <a:pt x="0" y="988971"/>
                </a:lnTo>
                <a:arcTo wR="10800" hR="10800" stAng="10800000" swAng="-5400000"/>
                <a:lnTo>
                  <a:pt x="10800" y="999771"/>
                </a:lnTo>
                <a:arcTo wR="10800" hR="10800" stAng="5400000" swAng="-5400000"/>
                <a:lnTo>
                  <a:pt x="21600" y="10800"/>
                </a:lnTo>
                <a:arcTo wR="10800" hR="10800" stAng="0" swAng="-5400000"/>
                <a:close/>
              </a:path>
            </a:pathLst>
          </a:custGeom>
          <a:solidFill>
            <a:srgbClr val="cccccc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974160" y="5194440"/>
            <a:ext cx="3722040" cy="72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9960" bIns="-3996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4590000" y="4914000"/>
            <a:ext cx="7200" cy="349560"/>
          </a:xfrm>
          <a:custGeom>
            <a:avLst/>
            <a:gdLst>
              <a:gd name="textAreaLeft" fmla="*/ 1080 w 7200"/>
              <a:gd name="textAreaRight" fmla="*/ 6120 w 7200"/>
              <a:gd name="textAreaTop" fmla="*/ 1080 h 349560"/>
              <a:gd name="textAreaBottom" fmla="*/ 348480 h 349560"/>
            </a:gdLst>
            <a:ahLst/>
            <a:cxnLst/>
            <a:rect l="textAreaLeft" t="textAreaTop" r="textAreaRight" b="textAreaBottom"/>
            <a:pathLst>
              <a:path w="21600" h="999771">
                <a:moveTo>
                  <a:pt x="10800" y="0"/>
                </a:moveTo>
                <a:arcTo wR="10800" hR="10800" stAng="16200000" swAng="-5400000"/>
                <a:lnTo>
                  <a:pt x="0" y="988971"/>
                </a:lnTo>
                <a:arcTo wR="10800" hR="10800" stAng="10800000" swAng="-5400000"/>
                <a:lnTo>
                  <a:pt x="10800" y="999771"/>
                </a:lnTo>
                <a:arcTo wR="10800" hR="10800" stAng="5400000" swAng="-5400000"/>
                <a:lnTo>
                  <a:pt x="21600" y="10800"/>
                </a:lnTo>
                <a:arcTo wR="10800" hR="10800" stAng="0" swAng="-5400000"/>
                <a:close/>
              </a:path>
            </a:pathLst>
          </a:custGeom>
          <a:solidFill>
            <a:srgbClr val="cccccc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5055480" y="1037160"/>
            <a:ext cx="10800" cy="3700800"/>
          </a:xfrm>
          <a:custGeom>
            <a:avLst/>
            <a:gdLst>
              <a:gd name="textAreaLeft" fmla="*/ 1440 w 10800"/>
              <a:gd name="textAreaRight" fmla="*/ 9360 w 10800"/>
              <a:gd name="textAreaTop" fmla="*/ 1440 h 3700800"/>
              <a:gd name="textAreaBottom" fmla="*/ 3699360 h 3700800"/>
            </a:gdLst>
            <a:ahLst/>
            <a:cxnLst/>
            <a:rect l="textAreaLeft" t="textAreaTop" r="textAreaRight" b="textAreaBottom"/>
            <a:pathLst>
              <a:path w="21600" h="7163535">
                <a:moveTo>
                  <a:pt x="10800" y="0"/>
                </a:moveTo>
                <a:arcTo wR="10800" hR="10800" stAng="16200000" swAng="-5400000"/>
                <a:lnTo>
                  <a:pt x="0" y="7152735"/>
                </a:lnTo>
                <a:arcTo wR="10800" hR="10800" stAng="10800000" swAng="-5400000"/>
                <a:lnTo>
                  <a:pt x="10800" y="7163535"/>
                </a:lnTo>
                <a:arcTo wR="10800" hR="10800" stAng="5400000" swAng="-5400000"/>
                <a:lnTo>
                  <a:pt x="21600" y="10800"/>
                </a:lnTo>
                <a:arcTo wR="10800" hR="10800" stAng="0" swAng="-5400000"/>
                <a:close/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One Column_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13"/>
          </p:nvPr>
        </p:nvSpPr>
        <p:spPr>
          <a:xfrm>
            <a:off x="504000" y="5256000"/>
            <a:ext cx="1656000" cy="41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en-GB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ftr" idx="14"/>
          </p:nvPr>
        </p:nvSpPr>
        <p:spPr>
          <a:xfrm>
            <a:off x="2520000" y="5256000"/>
            <a:ext cx="4680000" cy="41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en-GB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sldNum" idx="15"/>
          </p:nvPr>
        </p:nvSpPr>
        <p:spPr>
          <a:xfrm>
            <a:off x="7560000" y="5256000"/>
            <a:ext cx="1620000" cy="41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en-GB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6834A12F-CFA0-482A-AEC8-9430F581E382}" type="slidenum">
              <a:rPr b="0" lang="en-GB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GB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20880" y="607320"/>
            <a:ext cx="6120000" cy="180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2040" bIns="-3204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4430520" y="840960"/>
            <a:ext cx="5673960" cy="72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9960" bIns="-3996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9819720" y="474480"/>
            <a:ext cx="7200" cy="493200"/>
          </a:xfrm>
          <a:custGeom>
            <a:avLst/>
            <a:gdLst>
              <a:gd name="textAreaLeft" fmla="*/ 1080 w 7200"/>
              <a:gd name="textAreaRight" fmla="*/ 6120 w 7200"/>
              <a:gd name="textAreaTop" fmla="*/ 1080 h 493200"/>
              <a:gd name="textAreaBottom" fmla="*/ 492120 h 493200"/>
            </a:gdLst>
            <a:ahLst/>
            <a:cxnLst/>
            <a:rect l="textAreaLeft" t="textAreaTop" r="textAreaRight" b="textAreaBottom"/>
            <a:pathLst>
              <a:path w="21600" h="1410171">
                <a:moveTo>
                  <a:pt x="10800" y="0"/>
                </a:moveTo>
                <a:arcTo wR="10800" hR="10800" stAng="16200000" swAng="-5400000"/>
                <a:lnTo>
                  <a:pt x="0" y="1399371"/>
                </a:lnTo>
                <a:arcTo wR="10800" hR="10800" stAng="10800000" swAng="-5400000"/>
                <a:lnTo>
                  <a:pt x="10800" y="1410171"/>
                </a:lnTo>
                <a:arcTo wR="10800" hR="10800" stAng="5400000" swAng="-5400000"/>
                <a:lnTo>
                  <a:pt x="21600" y="10800"/>
                </a:lnTo>
                <a:arcTo wR="10800" hR="10800" stAng="0" swAng="-5400000"/>
                <a:close/>
              </a:path>
            </a:pathLst>
          </a:custGeom>
          <a:solidFill>
            <a:srgbClr val="cccccc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1900800" y="5204880"/>
            <a:ext cx="7465320" cy="72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9960" bIns="-3996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9259920" y="4917240"/>
            <a:ext cx="7200" cy="349560"/>
          </a:xfrm>
          <a:custGeom>
            <a:avLst/>
            <a:gdLst>
              <a:gd name="textAreaLeft" fmla="*/ 1080 w 7200"/>
              <a:gd name="textAreaRight" fmla="*/ 6120 w 7200"/>
              <a:gd name="textAreaTop" fmla="*/ 1080 h 349560"/>
              <a:gd name="textAreaBottom" fmla="*/ 348480 h 349560"/>
            </a:gdLst>
            <a:ahLst/>
            <a:cxnLst/>
            <a:rect l="textAreaLeft" t="textAreaTop" r="textAreaRight" b="textAreaBottom"/>
            <a:pathLst>
              <a:path w="21600" h="999771">
                <a:moveTo>
                  <a:pt x="10800" y="0"/>
                </a:moveTo>
                <a:arcTo wR="10800" hR="10800" stAng="16200000" swAng="-5400000"/>
                <a:lnTo>
                  <a:pt x="0" y="988971"/>
                </a:lnTo>
                <a:arcTo wR="10800" hR="10800" stAng="10800000" swAng="-5400000"/>
                <a:lnTo>
                  <a:pt x="10800" y="999771"/>
                </a:lnTo>
                <a:arcTo wR="10800" hR="10800" stAng="5400000" swAng="-5400000"/>
                <a:lnTo>
                  <a:pt x="21600" y="10800"/>
                </a:lnTo>
                <a:arcTo wR="10800" hR="10800" stAng="0" swAng="-5400000"/>
                <a:close/>
              </a:path>
            </a:pathLst>
          </a:custGeom>
          <a:solidFill>
            <a:srgbClr val="cccccc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One Column_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10"/>
          </p:nvPr>
        </p:nvSpPr>
        <p:spPr>
          <a:xfrm>
            <a:off x="504000" y="5256000"/>
            <a:ext cx="1656000" cy="41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en-GB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11"/>
          </p:nvPr>
        </p:nvSpPr>
        <p:spPr>
          <a:xfrm>
            <a:off x="2520000" y="5256000"/>
            <a:ext cx="4680000" cy="41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en-GB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12"/>
          </p:nvPr>
        </p:nvSpPr>
        <p:spPr>
          <a:xfrm>
            <a:off x="7560000" y="5256000"/>
            <a:ext cx="1620000" cy="41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en-GB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C5A33B13-C28A-4480-B753-AFBCF2BA9408}" type="slidenum">
              <a:rPr b="0" lang="en-GB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GB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20880" y="607320"/>
            <a:ext cx="6120000" cy="180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2040" bIns="-3204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4430520" y="840960"/>
            <a:ext cx="5673960" cy="72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9960" bIns="-3996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9819720" y="474480"/>
            <a:ext cx="7200" cy="493200"/>
          </a:xfrm>
          <a:custGeom>
            <a:avLst/>
            <a:gdLst>
              <a:gd name="textAreaLeft" fmla="*/ 1080 w 7200"/>
              <a:gd name="textAreaRight" fmla="*/ 6120 w 7200"/>
              <a:gd name="textAreaTop" fmla="*/ 1080 h 493200"/>
              <a:gd name="textAreaBottom" fmla="*/ 492120 h 493200"/>
            </a:gdLst>
            <a:ahLst/>
            <a:cxnLst/>
            <a:rect l="textAreaLeft" t="textAreaTop" r="textAreaRight" b="textAreaBottom"/>
            <a:pathLst>
              <a:path w="21600" h="1410171">
                <a:moveTo>
                  <a:pt x="10800" y="0"/>
                </a:moveTo>
                <a:arcTo wR="10800" hR="10800" stAng="16200000" swAng="-5400000"/>
                <a:lnTo>
                  <a:pt x="0" y="1399371"/>
                </a:lnTo>
                <a:arcTo wR="10800" hR="10800" stAng="10800000" swAng="-5400000"/>
                <a:lnTo>
                  <a:pt x="10800" y="1410171"/>
                </a:lnTo>
                <a:arcTo wR="10800" hR="10800" stAng="5400000" swAng="-5400000"/>
                <a:lnTo>
                  <a:pt x="21600" y="10800"/>
                </a:lnTo>
                <a:arcTo wR="10800" hR="10800" stAng="0" swAng="-5400000"/>
                <a:close/>
              </a:path>
            </a:pathLst>
          </a:custGeom>
          <a:solidFill>
            <a:srgbClr val="cccccc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1900800" y="5204880"/>
            <a:ext cx="7465320" cy="72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9960" bIns="-3996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9259920" y="4917240"/>
            <a:ext cx="7200" cy="349560"/>
          </a:xfrm>
          <a:custGeom>
            <a:avLst/>
            <a:gdLst>
              <a:gd name="textAreaLeft" fmla="*/ 1080 w 7200"/>
              <a:gd name="textAreaRight" fmla="*/ 6120 w 7200"/>
              <a:gd name="textAreaTop" fmla="*/ 1080 h 349560"/>
              <a:gd name="textAreaBottom" fmla="*/ 348480 h 349560"/>
            </a:gdLst>
            <a:ahLst/>
            <a:cxnLst/>
            <a:rect l="textAreaLeft" t="textAreaTop" r="textAreaRight" b="textAreaBottom"/>
            <a:pathLst>
              <a:path w="21600" h="999771">
                <a:moveTo>
                  <a:pt x="10800" y="0"/>
                </a:moveTo>
                <a:arcTo wR="10800" hR="10800" stAng="16200000" swAng="-5400000"/>
                <a:lnTo>
                  <a:pt x="0" y="988971"/>
                </a:lnTo>
                <a:arcTo wR="10800" hR="10800" stAng="10800000" swAng="-5400000"/>
                <a:lnTo>
                  <a:pt x="10800" y="999771"/>
                </a:lnTo>
                <a:arcTo wR="10800" hR="10800" stAng="5400000" swAng="-5400000"/>
                <a:lnTo>
                  <a:pt x="21600" y="10800"/>
                </a:lnTo>
                <a:arcTo wR="10800" hR="10800" stAng="0" swAng="-5400000"/>
                <a:close/>
              </a:path>
            </a:pathLst>
          </a:custGeom>
          <a:solidFill>
            <a:srgbClr val="cccccc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DevOps - Developer Stories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1.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8.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8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5148000" y="1326600"/>
            <a:ext cx="4428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LibreOffice/25.2.7.2$Linux_X86_64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2026-01-05T09:16:48Z</dcterms:created>
  <dc:creator/>
  <dc:description>This work is licensed under a Creative Commons 0 License.
It makes use of the works of Mateus Machado Luna.</dc:description>
  <dc:language>en-GB</dc:language>
  <cp:lastModifiedBy/>
  <dcterms:modified xsi:type="dcterms:W3CDTF">2026-01-05T09:20:09Z</dcterms:modified>
  <cp:revision>2</cp:revision>
  <dc:subject/>
  <dc:title>Portfolio</dc:title>
</cp:coreProperties>
</file>