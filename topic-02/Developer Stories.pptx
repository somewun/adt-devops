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96726747-562E-4767-8C5C-B31B3623AE81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690514E5-A0DA-444C-93EB-84F2A14568C6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ortfoli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1584000" y="648000"/>
            <a:ext cx="6480000" cy="2598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4104000" y="4896000"/>
            <a:ext cx="5760000" cy="346320"/>
          </a:xfrm>
          <a:prstGeom prst="rect">
            <a:avLst/>
          </a:prstGeom>
          <a:noFill/>
          <a:ln w="10800">
            <a:noFill/>
          </a:ln>
        </p:spPr>
        <p:txBody>
          <a:bodyPr lIns="90000" rIns="90000" tIns="45000" bIns="45000" anchor="t">
            <a:spAutoFit/>
          </a:bodyPr>
          <a:p>
            <a:fld id="{71E58FBE-B68F-4275-A37A-F49C638BD503}" type="author">
              <a:rPr b="0" lang="en-GB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</a:t>
            </a:fld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25920" y="462888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"/>
          <p:cNvSpPr/>
          <p:nvPr/>
        </p:nvSpPr>
        <p:spPr>
          <a:xfrm>
            <a:off x="3859200" y="5324400"/>
            <a:ext cx="62402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/>
          <p:nvPr/>
        </p:nvSpPr>
        <p:spPr>
          <a:xfrm>
            <a:off x="4044960" y="4944960"/>
            <a:ext cx="7200" cy="487440"/>
          </a:xfrm>
          <a:custGeom>
            <a:avLst/>
            <a:gdLst>
              <a:gd name="textAreaLeft" fmla="*/ 1080 w 7200"/>
              <a:gd name="textAreaRight" fmla="*/ 6120 w 7200"/>
              <a:gd name="textAreaTop" fmla="*/ 1080 h 487440"/>
              <a:gd name="textAreaBottom" fmla="*/ 486360 h 487440"/>
            </a:gdLst>
            <a:ahLst/>
            <a:cxnLst/>
            <a:rect l="textAreaLeft" t="textAreaTop" r="textAreaRight" b="textAreaBottom"/>
            <a:pathLst>
              <a:path w="21600" h="1393714">
                <a:moveTo>
                  <a:pt x="10800" y="0"/>
                </a:moveTo>
                <a:arcTo wR="10800" hR="10800" stAng="16200000" swAng="-5400000"/>
                <a:lnTo>
                  <a:pt x="0" y="1382914"/>
                </a:lnTo>
                <a:arcTo wR="10800" hR="10800" stAng="10800000" swAng="-5400000"/>
                <a:lnTo>
                  <a:pt x="10800" y="1393714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4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5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6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095D63B1-F76F-42F2-9309-35AB52A390D2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One Colum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2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3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7DB23D4-884F-4517-AB03-36945195E4BA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7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8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9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AE548727-199D-4AA7-9BF3-18168FDEE4EB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5644080" y="5194800"/>
            <a:ext cx="37220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974160" y="5194440"/>
            <a:ext cx="372204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4590000" y="491400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5055480" y="1037160"/>
            <a:ext cx="10800" cy="3700800"/>
          </a:xfrm>
          <a:custGeom>
            <a:avLst/>
            <a:gdLst>
              <a:gd name="textAreaLeft" fmla="*/ 1440 w 10800"/>
              <a:gd name="textAreaRight" fmla="*/ 9360 w 10800"/>
              <a:gd name="textAreaTop" fmla="*/ 1440 h 3700800"/>
              <a:gd name="textAreaBottom" fmla="*/ 3699360 h 3700800"/>
            </a:gdLst>
            <a:ahLst/>
            <a:cxnLst/>
            <a:rect l="textAreaLeft" t="textAreaTop" r="textAreaRight" b="textAreaBottom"/>
            <a:pathLst>
              <a:path w="21600" h="7163535">
                <a:moveTo>
                  <a:pt x="10800" y="0"/>
                </a:moveTo>
                <a:arcTo wR="10800" hR="10800" stAng="16200000" swAng="-5400000"/>
                <a:lnTo>
                  <a:pt x="0" y="7152735"/>
                </a:lnTo>
                <a:arcTo wR="10800" hR="10800" stAng="10800000" swAng="-5400000"/>
                <a:lnTo>
                  <a:pt x="10800" y="7163535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gradFill rotWithShape="0">
            <a:gsLst>
              <a:gs pos="0">
                <a:srgbClr val="111111"/>
              </a:gs>
              <a:gs pos="50000">
                <a:srgbClr val="cccccc"/>
              </a:gs>
              <a:gs pos="100000">
                <a:srgbClr val="111111"/>
              </a:gs>
            </a:gsLst>
            <a:lin ang="540000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One Column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13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ftr" idx="14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sldNum" idx="15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184CDD6D-C13C-4C0D-9ECD-BAACEF2FECED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One Column_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b="0" lang="en-GB" sz="2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b="0" lang="en-GB" sz="2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GB" sz="20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b="0" lang="en-GB" sz="2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0"/>
          </p:nvPr>
        </p:nvSpPr>
        <p:spPr>
          <a:xfrm>
            <a:off x="504000" y="5256000"/>
            <a:ext cx="1656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11"/>
          </p:nvPr>
        </p:nvSpPr>
        <p:spPr>
          <a:xfrm>
            <a:off x="2520000" y="5256000"/>
            <a:ext cx="468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12"/>
          </p:nvPr>
        </p:nvSpPr>
        <p:spPr>
          <a:xfrm>
            <a:off x="7560000" y="5256000"/>
            <a:ext cx="1620000" cy="410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buNone/>
            </a:pPr>
            <a:fld id="{DB22EB63-9F7F-4317-8C99-FC7CB868277C}" type="slidenum">
              <a:rPr b="0" lang="en-GB" sz="1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b="0" lang="en-GB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20880" y="607320"/>
            <a:ext cx="6120000" cy="180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cccccc"/>
              </a:gs>
              <a:gs pos="100000">
                <a:srgbClr val="333333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2040" bIns="-3204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430520" y="840960"/>
            <a:ext cx="567396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9819720" y="474480"/>
            <a:ext cx="7200" cy="493200"/>
          </a:xfrm>
          <a:custGeom>
            <a:avLst/>
            <a:gdLst>
              <a:gd name="textAreaLeft" fmla="*/ 1080 w 7200"/>
              <a:gd name="textAreaRight" fmla="*/ 6120 w 7200"/>
              <a:gd name="textAreaTop" fmla="*/ 1080 h 493200"/>
              <a:gd name="textAreaBottom" fmla="*/ 492120 h 493200"/>
            </a:gdLst>
            <a:ahLst/>
            <a:cxnLst/>
            <a:rect l="textAreaLeft" t="textAreaTop" r="textAreaRight" b="textAreaBottom"/>
            <a:pathLst>
              <a:path w="21600" h="1410171">
                <a:moveTo>
                  <a:pt x="10800" y="0"/>
                </a:moveTo>
                <a:arcTo wR="10800" hR="10800" stAng="16200000" swAng="-5400000"/>
                <a:lnTo>
                  <a:pt x="0" y="1399371"/>
                </a:lnTo>
                <a:arcTo wR="10800" hR="10800" stAng="10800000" swAng="-5400000"/>
                <a:lnTo>
                  <a:pt x="10800" y="14101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1900800" y="5204880"/>
            <a:ext cx="7465320" cy="7200"/>
          </a:xfrm>
          <a:prstGeom prst="roundRect">
            <a:avLst>
              <a:gd name="adj" fmla="val 50000"/>
            </a:avLst>
          </a:prstGeom>
          <a:gradFill rotWithShape="0">
            <a:gsLst>
              <a:gs pos="0">
                <a:srgbClr val="333333"/>
              </a:gs>
              <a:gs pos="100000">
                <a:srgbClr val="cccccc"/>
              </a:gs>
            </a:gsLst>
            <a:lin ang="0"/>
          </a:gra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-39960" bIns="-39960" anchor="t">
            <a:noAutofit/>
          </a:bodyPr>
          <a:p>
            <a:endParaRPr b="0" lang="en-GB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259920" y="4917240"/>
            <a:ext cx="7200" cy="349560"/>
          </a:xfrm>
          <a:custGeom>
            <a:avLst/>
            <a:gdLst>
              <a:gd name="textAreaLeft" fmla="*/ 1080 w 7200"/>
              <a:gd name="textAreaRight" fmla="*/ 6120 w 7200"/>
              <a:gd name="textAreaTop" fmla="*/ 1080 h 349560"/>
              <a:gd name="textAreaBottom" fmla="*/ 348480 h 349560"/>
            </a:gdLst>
            <a:ahLst/>
            <a:cxnLst/>
            <a:rect l="textAreaLeft" t="textAreaTop" r="textAreaRight" b="textAreaBottom"/>
            <a:pathLst>
              <a:path w="21600" h="999771">
                <a:moveTo>
                  <a:pt x="10800" y="0"/>
                </a:moveTo>
                <a:arcTo wR="10800" hR="10800" stAng="16200000" swAng="-5400000"/>
                <a:lnTo>
                  <a:pt x="0" y="988971"/>
                </a:lnTo>
                <a:arcTo wR="10800" hR="10800" stAng="10800000" swAng="-5400000"/>
                <a:lnTo>
                  <a:pt x="10800" y="999771"/>
                </a:lnTo>
                <a:arcTo wR="10800" hR="10800" stAng="5400000" swAng="-5400000"/>
                <a:lnTo>
                  <a:pt x="21600" y="10800"/>
                </a:lnTo>
                <a:arcTo wR="10800" hR="10800" stAng="0" swAng="-5400000"/>
                <a:close/>
              </a:path>
            </a:pathLst>
          </a:custGeom>
          <a:solidFill>
            <a:srgbClr val="cccccc"/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endParaRPr b="0" lang="en-GB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44000" y="3888000"/>
            <a:ext cx="9000000" cy="65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 - Developer Stories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DevOps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Introduction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Developer Stories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ffffff"/>
              </a:buClr>
              <a:buFont typeface="StarSymbol"/>
              <a:buAutoNum type="arabicParenR"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 Conclusions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1.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software developer the use of git allows for version control, easier code review and collaboration.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2.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developer automation of the process is key to producing more reliable and higher quality end products.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3.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code tester the Automation of basic testing allows me to ensure that the code hits a basic level of functionality.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4.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DevOps Engineer deploying the infrastructure as code means that the deployment process is repeatable and reproducible.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5.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security developer the standardised process allows for security to be baked into the process more easily.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6.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 data architect using the architecture monitoring tools allow for future improvements to the system.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7.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r>
              <a:rPr b="0" lang="en-GB" sz="32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As an operations engineer the automation of the deployment ensures that the latest builds of the app are pushed live quickly and efficiently to the end user.</a:t>
            </a: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44000" y="72000"/>
            <a:ext cx="9540000" cy="648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GB" sz="44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Conclusions</a:t>
            </a:r>
            <a:endParaRPr b="0" lang="en-GB" sz="4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8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5148000" y="1326600"/>
            <a:ext cx="442800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437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2026-01-05T09:16:48Z</dcterms:created>
  <dc:creator/>
  <dc:description>This work is licensed under a Creative Commons 0 License.
It makes use of the works of Mateus Machado Luna.</dc:description>
  <dc:language>en-GB</dc:language>
  <cp:lastModifiedBy/>
  <dcterms:modified xsi:type="dcterms:W3CDTF">2026-01-05T16:34:20Z</dcterms:modified>
  <cp:revision>6</cp:revision>
  <dc:subject/>
  <dc:title>Portfolio</dc:title>
</cp:coreProperties>
</file>