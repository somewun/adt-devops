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_rels/presentation.xml.rels" ContentType="application/vnd.openxmlformats-package.relationships+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slideLayouts/_rels/slideLayout8.xml.rels" ContentType="application/vnd.openxmlformats-package.relationships+xml"/>
  <Override PartName="/ppt/slideLayouts/_rels/slideLayout7.xml.rels" ContentType="application/vnd.openxmlformats-package.relationships+xml"/>
  <Override PartName="/ppt/slideLayouts/_rels/slideLayout6.xml.rels" ContentType="application/vnd.openxmlformats-package.relationships+xml"/>
  <Override PartName="/ppt/slideLayouts/_rels/slideLayout5.xml.rels" ContentType="application/vnd.openxmlformats-package.relationships+xml"/>
  <Override PartName="/ppt/slideLayouts/_rels/slideLayout4.xml.rels" ContentType="application/vnd.openxmlformats-package.relationships+xml"/>
  <Override PartName="/ppt/slideLayouts/_rels/slideLayout3.xml.rels" ContentType="application/vnd.openxmlformats-package.relationships+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s/slide1.xml" ContentType="application/vnd.openxmlformats-officedocument.presentationml.slide+xml"/>
  <Override PartName="/ppt/slides/_rels/slide9.xml.rels" ContentType="application/vnd.openxmlformats-package.relationships+xml"/>
  <Override PartName="/ppt/slides/_rels/slide11.xml.rels" ContentType="application/vnd.openxmlformats-package.relationships+xml"/>
  <Override PartName="/ppt/slides/_rels/slide8.xml.rels" ContentType="application/vnd.openxmlformats-package.relationships+xml"/>
  <Override PartName="/ppt/slides/_rels/slide10.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5.xml.rels" ContentType="application/vnd.openxmlformats-package.relationships+xml"/>
  <Override PartName="/ppt/slides/_rels/slide4.xml.rels" ContentType="application/vnd.openxmlformats-package.relationships+xml"/>
  <Override PartName="/ppt/slides/_rels/slide3.xml.rels" ContentType="application/vnd.openxmlformats-package.relationships+xml"/>
  <Override PartName="/ppt/slides/_rels/slide2.xml.rels" ContentType="application/vnd.openxmlformats-package.relationships+xml"/>
  <Override PartName="/ppt/slides/_rels/slide1.xml.rels" ContentType="application/vnd.openxmlformats-package.relationships+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slides/slide11.xml" ContentType="application/vnd.openxmlformats-officedocument.presentationml.slide+xml"/>
  <Override PartName="/ppt/slides/slide9.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 id="260" r:id="rId7"/>
    <p:sldId id="261" r:id="rId8"/>
    <p:sldId id="262" r:id="rId9"/>
    <p:sldId id="263" r:id="rId10"/>
    <p:sldId id="264" r:id="rId11"/>
    <p:sldId id="265" r:id="rId12"/>
    <p:sldId id="266" r:id="rId13"/>
  </p:sldIdLst>
  <p:sldSz cx="10080625" cy="5670550"/>
  <p:notesSz cx="7559675" cy="10691813"/>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Portfolio">
    <p:bg>
      <p:bgPr>
        <a:solidFill>
          <a:srgbClr val="000000"/>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144000" y="3888000"/>
            <a:ext cx="8999280" cy="657720"/>
          </a:xfrm>
          <a:prstGeom prst="rect">
            <a:avLst/>
          </a:prstGeom>
          <a:noFill/>
          <a:ln w="0">
            <a:noFill/>
          </a:ln>
        </p:spPr>
        <p:txBody>
          <a:bodyPr lIns="0" rIns="0" tIns="0" bIns="0" anchor="ctr">
            <a:noAutofit/>
          </a:bodyPr>
          <a:p>
            <a:pPr indent="0">
              <a:lnSpc>
                <a:spcPct val="100000"/>
              </a:lnSpc>
              <a:buNone/>
              <a:tabLst>
                <a:tab algn="l" pos="0"/>
              </a:tabLst>
            </a:pPr>
            <a:r>
              <a:rPr b="0" lang="en-GB" sz="4400" strike="noStrike" u="none">
                <a:solidFill>
                  <a:srgbClr val="ffffff"/>
                </a:solidFill>
                <a:effectLst/>
                <a:uFillTx/>
                <a:latin typeface="Arial"/>
              </a:rPr>
              <a:t>Click to edit the title text format</a:t>
            </a:r>
            <a:endParaRPr b="0" lang="en-GB" sz="4400" strike="noStrike" u="none">
              <a:solidFill>
                <a:srgbClr val="ffffff"/>
              </a:solidFill>
              <a:effectLst/>
              <a:uFillTx/>
              <a:latin typeface="Arial"/>
            </a:endParaRPr>
          </a:p>
        </p:txBody>
      </p:sp>
      <p:sp>
        <p:nvSpPr>
          <p:cNvPr id="1" name="PlaceHolder 2"/>
          <p:cNvSpPr>
            <a:spLocks noGrp="1"/>
          </p:cNvSpPr>
          <p:nvPr>
            <p:ph type="body"/>
          </p:nvPr>
        </p:nvSpPr>
        <p:spPr>
          <a:xfrm>
            <a:off x="1584000" y="648000"/>
            <a:ext cx="6479280" cy="2598120"/>
          </a:xfrm>
          <a:prstGeom prst="rect">
            <a:avLst/>
          </a:prstGeom>
          <a:noFill/>
          <a:ln w="0">
            <a:noFill/>
          </a:ln>
        </p:spPr>
        <p:txBody>
          <a:bodyPr lIns="0" rIns="0" tIns="0" bIns="0" anchor="t">
            <a:normAutofit fontScale="92500" lnSpcReduction="9999"/>
          </a:bodyPr>
          <a:p>
            <a:pPr marL="432000" indent="-324000">
              <a:lnSpc>
                <a:spcPct val="100000"/>
              </a:lnSpc>
              <a:spcBef>
                <a:spcPts val="1417"/>
              </a:spcBef>
              <a:buClr>
                <a:srgbClr val="ffffff"/>
              </a:buClr>
              <a:buSzPct val="45000"/>
              <a:buFont typeface="Wingdings" charset="2"/>
              <a:buChar char=""/>
            </a:pPr>
            <a:r>
              <a:rPr b="0" lang="en-GB" sz="3200" strike="noStrike" u="none">
                <a:solidFill>
                  <a:srgbClr val="ffffff"/>
                </a:solidFill>
                <a:effectLst/>
                <a:uFillTx/>
                <a:latin typeface="Arial"/>
              </a:rPr>
              <a:t>Click to edit the outline text format</a:t>
            </a:r>
            <a:endParaRPr b="0" lang="en-GB" sz="3200" strike="noStrike" u="none">
              <a:solidFill>
                <a:srgbClr val="ffffff"/>
              </a:solidFill>
              <a:effectLst/>
              <a:uFillTx/>
              <a:latin typeface="Arial"/>
            </a:endParaRPr>
          </a:p>
          <a:p>
            <a:pPr lvl="1" marL="864000" indent="-324000">
              <a:lnSpc>
                <a:spcPct val="100000"/>
              </a:lnSpc>
              <a:spcBef>
                <a:spcPts val="1134"/>
              </a:spcBef>
              <a:buClr>
                <a:srgbClr val="ffffff"/>
              </a:buClr>
              <a:buSzPct val="75000"/>
              <a:buFont typeface="Symbol" charset="2"/>
              <a:buChar char=""/>
            </a:pPr>
            <a:r>
              <a:rPr b="0" lang="en-GB" sz="2800" strike="noStrike" u="none">
                <a:solidFill>
                  <a:srgbClr val="ffffff"/>
                </a:solidFill>
                <a:effectLst/>
                <a:uFillTx/>
                <a:latin typeface="Arial"/>
              </a:rPr>
              <a:t>Second Outline Level</a:t>
            </a:r>
            <a:endParaRPr b="0" lang="en-GB" sz="2800" strike="noStrike" u="none">
              <a:solidFill>
                <a:srgbClr val="ffffff"/>
              </a:solidFill>
              <a:effectLst/>
              <a:uFillTx/>
              <a:latin typeface="Arial"/>
            </a:endParaRPr>
          </a:p>
          <a:p>
            <a:pPr lvl="2" marL="1296000" indent="-288000">
              <a:lnSpc>
                <a:spcPct val="100000"/>
              </a:lnSpc>
              <a:spcBef>
                <a:spcPts val="850"/>
              </a:spcBef>
              <a:buClr>
                <a:srgbClr val="ffffff"/>
              </a:buClr>
              <a:buSzPct val="45000"/>
              <a:buFont typeface="Wingdings" charset="2"/>
              <a:buChar char=""/>
            </a:pPr>
            <a:r>
              <a:rPr b="0" lang="en-GB" sz="2400" strike="noStrike" u="none">
                <a:solidFill>
                  <a:srgbClr val="ffffff"/>
                </a:solidFill>
                <a:effectLst/>
                <a:uFillTx/>
                <a:latin typeface="Arial"/>
              </a:rPr>
              <a:t>Third Outline Level</a:t>
            </a:r>
            <a:endParaRPr b="0" lang="en-GB" sz="2400" strike="noStrike" u="none">
              <a:solidFill>
                <a:srgbClr val="ffffff"/>
              </a:solidFill>
              <a:effectLst/>
              <a:uFillTx/>
              <a:latin typeface="Arial"/>
            </a:endParaRPr>
          </a:p>
          <a:p>
            <a:pPr lvl="3" marL="1728000" indent="-216000">
              <a:lnSpc>
                <a:spcPct val="100000"/>
              </a:lnSpc>
              <a:spcBef>
                <a:spcPts val="567"/>
              </a:spcBef>
              <a:buClr>
                <a:srgbClr val="ffffff"/>
              </a:buClr>
              <a:buSzPct val="75000"/>
              <a:buFont typeface="Symbol" charset="2"/>
              <a:buChar char=""/>
            </a:pPr>
            <a:r>
              <a:rPr b="0" lang="en-GB" sz="2000" strike="noStrike" u="none">
                <a:solidFill>
                  <a:srgbClr val="ffffff"/>
                </a:solidFill>
                <a:effectLst/>
                <a:uFillTx/>
                <a:latin typeface="Arial"/>
              </a:rPr>
              <a:t>Fourth Outline Level</a:t>
            </a:r>
            <a:endParaRPr b="0" lang="en-GB" sz="2000" strike="noStrike" u="none">
              <a:solidFill>
                <a:srgbClr val="ffffff"/>
              </a:solidFill>
              <a:effectLst/>
              <a:uFillTx/>
              <a:latin typeface="Arial"/>
            </a:endParaRPr>
          </a:p>
          <a:p>
            <a:pPr lvl="4" marL="2160000" indent="-216000">
              <a:lnSpc>
                <a:spcPct val="100000"/>
              </a:lnSpc>
              <a:spcBef>
                <a:spcPts val="283"/>
              </a:spcBef>
              <a:buClr>
                <a:srgbClr val="ffffff"/>
              </a:buClr>
              <a:buSzPct val="45000"/>
              <a:buFont typeface="Wingdings" charset="2"/>
              <a:buChar char=""/>
            </a:pPr>
            <a:r>
              <a:rPr b="0" lang="en-GB" sz="2000" strike="noStrike" u="none">
                <a:solidFill>
                  <a:srgbClr val="ffffff"/>
                </a:solidFill>
                <a:effectLst/>
                <a:uFillTx/>
                <a:latin typeface="Arial"/>
              </a:rPr>
              <a:t>Fifth Outline Level</a:t>
            </a:r>
            <a:endParaRPr b="0" lang="en-GB" sz="2000" strike="noStrike" u="none">
              <a:solidFill>
                <a:srgbClr val="ffffff"/>
              </a:solidFill>
              <a:effectLst/>
              <a:uFillTx/>
              <a:latin typeface="Arial"/>
            </a:endParaRPr>
          </a:p>
          <a:p>
            <a:pPr lvl="5" marL="2592000" indent="-216000">
              <a:lnSpc>
                <a:spcPct val="100000"/>
              </a:lnSpc>
              <a:spcBef>
                <a:spcPts val="283"/>
              </a:spcBef>
              <a:buClr>
                <a:srgbClr val="ffffff"/>
              </a:buClr>
              <a:buSzPct val="45000"/>
              <a:buFont typeface="Wingdings" charset="2"/>
              <a:buChar char=""/>
            </a:pPr>
            <a:r>
              <a:rPr b="0" lang="en-GB" sz="2000" strike="noStrike" u="none">
                <a:solidFill>
                  <a:srgbClr val="ffffff"/>
                </a:solidFill>
                <a:effectLst/>
                <a:uFillTx/>
                <a:latin typeface="Arial"/>
              </a:rPr>
              <a:t>Sixth Outline Level</a:t>
            </a:r>
            <a:endParaRPr b="0" lang="en-GB" sz="2000" strike="noStrike" u="none">
              <a:solidFill>
                <a:srgbClr val="ffffff"/>
              </a:solidFill>
              <a:effectLst/>
              <a:uFillTx/>
              <a:latin typeface="Arial"/>
            </a:endParaRPr>
          </a:p>
          <a:p>
            <a:pPr lvl="6" marL="3024000" indent="-216000">
              <a:lnSpc>
                <a:spcPct val="100000"/>
              </a:lnSpc>
              <a:spcBef>
                <a:spcPts val="283"/>
              </a:spcBef>
              <a:buClr>
                <a:srgbClr val="ffffff"/>
              </a:buClr>
              <a:buSzPct val="45000"/>
              <a:buFont typeface="Wingdings" charset="2"/>
              <a:buChar char=""/>
            </a:pPr>
            <a:r>
              <a:rPr b="0" lang="en-GB" sz="2000" strike="noStrike" u="none">
                <a:solidFill>
                  <a:srgbClr val="ffffff"/>
                </a:solidFill>
                <a:effectLst/>
                <a:uFillTx/>
                <a:latin typeface="Arial"/>
              </a:rPr>
              <a:t>Seventh Outline Level</a:t>
            </a:r>
            <a:endParaRPr b="0" lang="en-GB" sz="2000" strike="noStrike" u="none">
              <a:solidFill>
                <a:srgbClr val="ffffff"/>
              </a:solidFill>
              <a:effectLst/>
              <a:uFillTx/>
              <a:latin typeface="Arial"/>
            </a:endParaRPr>
          </a:p>
        </p:txBody>
      </p:sp>
      <p:sp>
        <p:nvSpPr>
          <p:cNvPr id="2" name=""/>
          <p:cNvSpPr/>
          <p:nvPr/>
        </p:nvSpPr>
        <p:spPr>
          <a:xfrm>
            <a:off x="4104000" y="4896000"/>
            <a:ext cx="5759280" cy="345600"/>
          </a:xfrm>
          <a:prstGeom prst="rect">
            <a:avLst/>
          </a:prstGeom>
          <a:noFill/>
          <a:ln w="10800">
            <a:noFill/>
          </a:ln>
        </p:spPr>
        <p:style>
          <a:lnRef idx="0"/>
          <a:fillRef idx="0"/>
          <a:effectRef idx="0"/>
          <a:fontRef idx="minor"/>
        </p:style>
        <p:txBody>
          <a:bodyPr lIns="90000" rIns="90000" tIns="45000" bIns="45000" anchor="t">
            <a:spAutoFit/>
          </a:bodyPr>
          <a:p>
            <a:pPr>
              <a:lnSpc>
                <a:spcPct val="100000"/>
              </a:lnSpc>
            </a:pPr>
            <a:fld id="{F2FFE571-B4F7-40EC-88D3-7C525C8D13D8}" type="author">
              <a:rPr b="0" lang="en-GB" sz="1800" strike="noStrike" u="none">
                <a:solidFill>
                  <a:srgbClr val="ffffff"/>
                </a:solidFill>
                <a:effectLst/>
                <a:uFillTx/>
                <a:latin typeface="Arial"/>
                <a:ea typeface="DejaVu Sans"/>
              </a:rPr>
              <a:t> </a:t>
            </a:fld>
            <a:endParaRPr b="0" lang="en-GB" sz="1800" strike="noStrike" u="none">
              <a:solidFill>
                <a:srgbClr val="ffffff"/>
              </a:solidFill>
              <a:effectLst/>
              <a:uFillTx/>
              <a:latin typeface="Arial"/>
            </a:endParaRPr>
          </a:p>
        </p:txBody>
      </p:sp>
      <p:sp>
        <p:nvSpPr>
          <p:cNvPr id="3" name=""/>
          <p:cNvSpPr/>
          <p:nvPr/>
        </p:nvSpPr>
        <p:spPr>
          <a:xfrm>
            <a:off x="25920" y="4628880"/>
            <a:ext cx="6119280" cy="17280"/>
          </a:xfrm>
          <a:prstGeom prst="roundRect">
            <a:avLst>
              <a:gd name="adj" fmla="val 50000"/>
            </a:avLst>
          </a:prstGeom>
          <a:gradFill rotWithShape="0">
            <a:gsLst>
              <a:gs pos="0">
                <a:srgbClr val="cccccc"/>
              </a:gs>
              <a:gs pos="100000">
                <a:srgbClr val="333333"/>
              </a:gs>
            </a:gsLst>
            <a:lin ang="0"/>
          </a:gradFill>
          <a:ln w="10800">
            <a:noFill/>
          </a:ln>
        </p:spPr>
        <p:style>
          <a:lnRef idx="0"/>
          <a:fillRef idx="0"/>
          <a:effectRef idx="0"/>
          <a:fontRef idx="minor"/>
        </p:style>
        <p:txBody>
          <a:bodyPr wrap="none" lIns="90000" rIns="90000" tIns="-32040" bIns="-32040" anchor="t">
            <a:noAutofit/>
          </a:bodyPr>
          <a:p>
            <a:pPr>
              <a:lnSpc>
                <a:spcPct val="100000"/>
              </a:lnSpc>
            </a:pPr>
            <a:endParaRPr b="0" lang="en-GB" sz="1800" strike="noStrike" u="none">
              <a:solidFill>
                <a:srgbClr val="ffffff"/>
              </a:solidFill>
              <a:effectLst/>
              <a:uFillTx/>
              <a:latin typeface="Arial"/>
              <a:ea typeface="DejaVu Sans"/>
            </a:endParaRPr>
          </a:p>
        </p:txBody>
      </p:sp>
      <p:sp>
        <p:nvSpPr>
          <p:cNvPr id="4" name=""/>
          <p:cNvSpPr/>
          <p:nvPr/>
        </p:nvSpPr>
        <p:spPr>
          <a:xfrm>
            <a:off x="3859200" y="5324400"/>
            <a:ext cx="6239520" cy="6480"/>
          </a:xfrm>
          <a:prstGeom prst="roundRect">
            <a:avLst>
              <a:gd name="adj" fmla="val 50000"/>
            </a:avLst>
          </a:prstGeom>
          <a:gradFill rotWithShape="0">
            <a:gsLst>
              <a:gs pos="0">
                <a:srgbClr val="cccccc"/>
              </a:gs>
              <a:gs pos="100000">
                <a:srgbClr val="333333"/>
              </a:gs>
            </a:gsLst>
            <a:lin ang="0"/>
          </a:gradFill>
          <a:ln w="10800">
            <a:noFill/>
          </a:ln>
        </p:spPr>
        <p:style>
          <a:lnRef idx="0"/>
          <a:fillRef idx="0"/>
          <a:effectRef idx="0"/>
          <a:fontRef idx="minor"/>
        </p:style>
        <p:txBody>
          <a:bodyPr wrap="none" lIns="90000" rIns="90000" tIns="-39960" bIns="-39960" anchor="t">
            <a:noAutofit/>
          </a:bodyPr>
          <a:p>
            <a:pPr>
              <a:lnSpc>
                <a:spcPct val="100000"/>
              </a:lnSpc>
            </a:pPr>
            <a:endParaRPr b="0" lang="en-GB" sz="1800" strike="noStrike" u="none">
              <a:solidFill>
                <a:srgbClr val="ffffff"/>
              </a:solidFill>
              <a:effectLst/>
              <a:uFillTx/>
              <a:latin typeface="Arial"/>
              <a:ea typeface="DejaVu Sans"/>
            </a:endParaRPr>
          </a:p>
        </p:txBody>
      </p:sp>
      <p:sp>
        <p:nvSpPr>
          <p:cNvPr id="5" name=""/>
          <p:cNvSpPr/>
          <p:nvPr/>
        </p:nvSpPr>
        <p:spPr>
          <a:xfrm>
            <a:off x="4044960" y="4944960"/>
            <a:ext cx="6480" cy="486720"/>
          </a:xfrm>
          <a:custGeom>
            <a:avLst/>
            <a:gdLst>
              <a:gd name="textAreaLeft" fmla="*/ 1080 w 6480"/>
              <a:gd name="textAreaRight" fmla="*/ 6120 w 6480"/>
              <a:gd name="textAreaTop" fmla="*/ 1080 h 486720"/>
              <a:gd name="textAreaBottom" fmla="*/ 486360 h 486720"/>
            </a:gdLst>
            <a:ahLst/>
            <a:cxnLst/>
            <a:rect l="textAreaLeft" t="textAreaTop" r="textAreaRight" b="textAreaBottom"/>
            <a:pathLst>
              <a:path w="21600" h="1393714">
                <a:moveTo>
                  <a:pt x="10800" y="0"/>
                </a:moveTo>
                <a:arcTo wR="10800" hR="10800" stAng="16200000" swAng="-5400000"/>
                <a:lnTo>
                  <a:pt x="0" y="1382914"/>
                </a:lnTo>
                <a:arcTo wR="10800" hR="10800" stAng="10800000" swAng="-5400000"/>
                <a:lnTo>
                  <a:pt x="10800" y="1393714"/>
                </a:lnTo>
                <a:arcTo wR="10800" hR="10800" stAng="5400000" swAng="-5400000"/>
                <a:lnTo>
                  <a:pt x="21600" y="10800"/>
                </a:lnTo>
                <a:arcTo wR="10800" hR="10800" stAng="0" swAng="-5400000"/>
                <a:close/>
              </a:path>
            </a:pathLst>
          </a:custGeom>
          <a:solidFill>
            <a:srgbClr val="cccccc"/>
          </a:solidFill>
          <a:ln w="10800">
            <a:noFill/>
          </a:ln>
        </p:spPr>
        <p:style>
          <a:lnRef idx="0"/>
          <a:fillRef idx="0"/>
          <a:effectRef idx="0"/>
          <a:fontRef idx="minor"/>
        </p:style>
        <p:txBody>
          <a:bodyPr wrap="none" lIns="90000" rIns="90000" tIns="45000" bIns="45000" anchor="t">
            <a:noAutofit/>
          </a:bodyPr>
          <a:p>
            <a:pPr>
              <a:lnSpc>
                <a:spcPct val="100000"/>
              </a:lnSpc>
            </a:pPr>
            <a:endParaRPr b="0" lang="en-GB" sz="1800" strike="noStrike" u="none">
              <a:solidFill>
                <a:srgbClr val="000000"/>
              </a:solidFill>
              <a:effectLst/>
              <a:uFillTx/>
              <a:latin typeface="Arial"/>
              <a:ea typeface="DejaVu Sans"/>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Default">
    <p:bg>
      <p:bgPr>
        <a:solidFill>
          <a:srgbClr val="000000"/>
        </a:solidFill>
      </p:bgPr>
    </p:bg>
    <p:spTree>
      <p:nvGrpSpPr>
        <p:cNvPr id="1" name=""/>
        <p:cNvGrpSpPr/>
        <p:nvPr/>
      </p:nvGrpSpPr>
      <p:grpSpPr>
        <a:xfrm>
          <a:off x="0" y="0"/>
          <a:ext cx="0" cy="0"/>
          <a:chOff x="0" y="0"/>
          <a:chExt cx="0" cy="0"/>
        </a:xfrm>
      </p:grpSpPr>
      <p:sp>
        <p:nvSpPr>
          <p:cNvPr id="6" name="PlaceHolder 1"/>
          <p:cNvSpPr>
            <a:spLocks noGrp="1"/>
          </p:cNvSpPr>
          <p:nvPr>
            <p:ph type="title"/>
          </p:nvPr>
        </p:nvSpPr>
        <p:spPr>
          <a:xfrm>
            <a:off x="144000" y="3888000"/>
            <a:ext cx="8999280" cy="657720"/>
          </a:xfrm>
          <a:prstGeom prst="rect">
            <a:avLst/>
          </a:prstGeom>
          <a:noFill/>
          <a:ln w="0">
            <a:noFill/>
          </a:ln>
        </p:spPr>
        <p:txBody>
          <a:bodyPr lIns="0" rIns="0" tIns="0" bIns="0" anchor="ctr">
            <a:noAutofit/>
          </a:bodyPr>
          <a:p>
            <a:pPr indent="0">
              <a:lnSpc>
                <a:spcPct val="100000"/>
              </a:lnSpc>
              <a:buNone/>
              <a:tabLst>
                <a:tab algn="l" pos="0"/>
              </a:tabLst>
            </a:pPr>
            <a:r>
              <a:rPr b="0" lang="en-GB" sz="4400" strike="noStrike" u="none">
                <a:solidFill>
                  <a:srgbClr val="ffffff"/>
                </a:solidFill>
                <a:effectLst/>
                <a:uFillTx/>
                <a:latin typeface="Arial"/>
              </a:rPr>
              <a:t>Click to edit the title text format</a:t>
            </a:r>
            <a:endParaRPr b="0" lang="en-GB" sz="4400" strike="noStrike" u="none">
              <a:solidFill>
                <a:srgbClr val="ffffff"/>
              </a:solidFill>
              <a:effectLst/>
              <a:uFillTx/>
              <a:latin typeface="Arial"/>
            </a:endParaRPr>
          </a:p>
        </p:txBody>
      </p:sp>
      <p:sp>
        <p:nvSpPr>
          <p:cNvPr id="7" name="PlaceHolder 2"/>
          <p:cNvSpPr>
            <a:spLocks noGrp="1"/>
          </p:cNvSpPr>
          <p:nvPr>
            <p:ph type="body"/>
          </p:nvPr>
        </p:nvSpPr>
        <p:spPr>
          <a:xfrm>
            <a:off x="1584000" y="648000"/>
            <a:ext cx="6479280" cy="2598120"/>
          </a:xfrm>
          <a:prstGeom prst="rect">
            <a:avLst/>
          </a:prstGeom>
          <a:noFill/>
          <a:ln w="0">
            <a:noFill/>
          </a:ln>
        </p:spPr>
        <p:txBody>
          <a:bodyPr lIns="0" rIns="0" tIns="0" bIns="0" anchor="t">
            <a:normAutofit fontScale="92500" lnSpcReduction="9999"/>
          </a:bodyPr>
          <a:p>
            <a:pPr marL="432000" indent="-324000">
              <a:lnSpc>
                <a:spcPct val="100000"/>
              </a:lnSpc>
              <a:spcBef>
                <a:spcPts val="1417"/>
              </a:spcBef>
              <a:buClr>
                <a:srgbClr val="ffffff"/>
              </a:buClr>
              <a:buSzPct val="45000"/>
              <a:buFont typeface="Wingdings" charset="2"/>
              <a:buChar char=""/>
            </a:pPr>
            <a:r>
              <a:rPr b="0" lang="en-GB" sz="3200" strike="noStrike" u="none">
                <a:solidFill>
                  <a:srgbClr val="ffffff"/>
                </a:solidFill>
                <a:effectLst/>
                <a:uFillTx/>
                <a:latin typeface="Arial"/>
              </a:rPr>
              <a:t>Click to edit the outline text format</a:t>
            </a:r>
            <a:endParaRPr b="0" lang="en-GB" sz="3200" strike="noStrike" u="none">
              <a:solidFill>
                <a:srgbClr val="ffffff"/>
              </a:solidFill>
              <a:effectLst/>
              <a:uFillTx/>
              <a:latin typeface="Arial"/>
            </a:endParaRPr>
          </a:p>
          <a:p>
            <a:pPr lvl="1" marL="864000" indent="-324000">
              <a:lnSpc>
                <a:spcPct val="100000"/>
              </a:lnSpc>
              <a:spcBef>
                <a:spcPts val="1134"/>
              </a:spcBef>
              <a:buClr>
                <a:srgbClr val="ffffff"/>
              </a:buClr>
              <a:buSzPct val="75000"/>
              <a:buFont typeface="Symbol" charset="2"/>
              <a:buChar char=""/>
            </a:pPr>
            <a:r>
              <a:rPr b="0" lang="en-GB" sz="2800" strike="noStrike" u="none">
                <a:solidFill>
                  <a:srgbClr val="ffffff"/>
                </a:solidFill>
                <a:effectLst/>
                <a:uFillTx/>
                <a:latin typeface="Arial"/>
              </a:rPr>
              <a:t>Second Outline Level</a:t>
            </a:r>
            <a:endParaRPr b="0" lang="en-GB" sz="2800" strike="noStrike" u="none">
              <a:solidFill>
                <a:srgbClr val="ffffff"/>
              </a:solidFill>
              <a:effectLst/>
              <a:uFillTx/>
              <a:latin typeface="Arial"/>
            </a:endParaRPr>
          </a:p>
          <a:p>
            <a:pPr lvl="2" marL="1296000" indent="-288000">
              <a:lnSpc>
                <a:spcPct val="100000"/>
              </a:lnSpc>
              <a:spcBef>
                <a:spcPts val="850"/>
              </a:spcBef>
              <a:buClr>
                <a:srgbClr val="ffffff"/>
              </a:buClr>
              <a:buSzPct val="45000"/>
              <a:buFont typeface="Wingdings" charset="2"/>
              <a:buChar char=""/>
            </a:pPr>
            <a:r>
              <a:rPr b="0" lang="en-GB" sz="2400" strike="noStrike" u="none">
                <a:solidFill>
                  <a:srgbClr val="ffffff"/>
                </a:solidFill>
                <a:effectLst/>
                <a:uFillTx/>
                <a:latin typeface="Arial"/>
              </a:rPr>
              <a:t>Third Outline Level</a:t>
            </a:r>
            <a:endParaRPr b="0" lang="en-GB" sz="2400" strike="noStrike" u="none">
              <a:solidFill>
                <a:srgbClr val="ffffff"/>
              </a:solidFill>
              <a:effectLst/>
              <a:uFillTx/>
              <a:latin typeface="Arial"/>
            </a:endParaRPr>
          </a:p>
          <a:p>
            <a:pPr lvl="3" marL="1728000" indent="-216000">
              <a:lnSpc>
                <a:spcPct val="100000"/>
              </a:lnSpc>
              <a:spcBef>
                <a:spcPts val="567"/>
              </a:spcBef>
              <a:buClr>
                <a:srgbClr val="ffffff"/>
              </a:buClr>
              <a:buSzPct val="75000"/>
              <a:buFont typeface="Symbol" charset="2"/>
              <a:buChar char=""/>
            </a:pPr>
            <a:r>
              <a:rPr b="0" lang="en-GB" sz="2000" strike="noStrike" u="none">
                <a:solidFill>
                  <a:srgbClr val="ffffff"/>
                </a:solidFill>
                <a:effectLst/>
                <a:uFillTx/>
                <a:latin typeface="Arial"/>
              </a:rPr>
              <a:t>Fourth Outline Level</a:t>
            </a:r>
            <a:endParaRPr b="0" lang="en-GB" sz="2000" strike="noStrike" u="none">
              <a:solidFill>
                <a:srgbClr val="ffffff"/>
              </a:solidFill>
              <a:effectLst/>
              <a:uFillTx/>
              <a:latin typeface="Arial"/>
            </a:endParaRPr>
          </a:p>
          <a:p>
            <a:pPr lvl="4" marL="2160000" indent="-216000">
              <a:lnSpc>
                <a:spcPct val="100000"/>
              </a:lnSpc>
              <a:spcBef>
                <a:spcPts val="283"/>
              </a:spcBef>
              <a:buClr>
                <a:srgbClr val="ffffff"/>
              </a:buClr>
              <a:buSzPct val="45000"/>
              <a:buFont typeface="Wingdings" charset="2"/>
              <a:buChar char=""/>
            </a:pPr>
            <a:r>
              <a:rPr b="0" lang="en-GB" sz="2000" strike="noStrike" u="none">
                <a:solidFill>
                  <a:srgbClr val="ffffff"/>
                </a:solidFill>
                <a:effectLst/>
                <a:uFillTx/>
                <a:latin typeface="Arial"/>
              </a:rPr>
              <a:t>Fifth Outline Level</a:t>
            </a:r>
            <a:endParaRPr b="0" lang="en-GB" sz="2000" strike="noStrike" u="none">
              <a:solidFill>
                <a:srgbClr val="ffffff"/>
              </a:solidFill>
              <a:effectLst/>
              <a:uFillTx/>
              <a:latin typeface="Arial"/>
            </a:endParaRPr>
          </a:p>
          <a:p>
            <a:pPr lvl="5" marL="2592000" indent="-216000">
              <a:lnSpc>
                <a:spcPct val="100000"/>
              </a:lnSpc>
              <a:spcBef>
                <a:spcPts val="283"/>
              </a:spcBef>
              <a:buClr>
                <a:srgbClr val="ffffff"/>
              </a:buClr>
              <a:buSzPct val="45000"/>
              <a:buFont typeface="Wingdings" charset="2"/>
              <a:buChar char=""/>
            </a:pPr>
            <a:r>
              <a:rPr b="0" lang="en-GB" sz="2000" strike="noStrike" u="none">
                <a:solidFill>
                  <a:srgbClr val="ffffff"/>
                </a:solidFill>
                <a:effectLst/>
                <a:uFillTx/>
                <a:latin typeface="Arial"/>
              </a:rPr>
              <a:t>Sixth Outline Level</a:t>
            </a:r>
            <a:endParaRPr b="0" lang="en-GB" sz="2000" strike="noStrike" u="none">
              <a:solidFill>
                <a:srgbClr val="ffffff"/>
              </a:solidFill>
              <a:effectLst/>
              <a:uFillTx/>
              <a:latin typeface="Arial"/>
            </a:endParaRPr>
          </a:p>
          <a:p>
            <a:pPr lvl="6" marL="3024000" indent="-216000">
              <a:lnSpc>
                <a:spcPct val="100000"/>
              </a:lnSpc>
              <a:spcBef>
                <a:spcPts val="283"/>
              </a:spcBef>
              <a:buClr>
                <a:srgbClr val="ffffff"/>
              </a:buClr>
              <a:buSzPct val="45000"/>
              <a:buFont typeface="Wingdings" charset="2"/>
              <a:buChar char=""/>
            </a:pPr>
            <a:r>
              <a:rPr b="0" lang="en-GB" sz="2000" strike="noStrike" u="none">
                <a:solidFill>
                  <a:srgbClr val="ffffff"/>
                </a:solidFill>
                <a:effectLst/>
                <a:uFillTx/>
                <a:latin typeface="Arial"/>
              </a:rPr>
              <a:t>Seventh Outline Level</a:t>
            </a:r>
            <a:endParaRPr b="0" lang="en-GB" sz="2000" strike="noStrike" u="none">
              <a:solidFill>
                <a:srgbClr val="ffffff"/>
              </a:solidFill>
              <a:effectLst/>
              <a:uFillTx/>
              <a:latin typeface="Arial"/>
            </a:endParaRPr>
          </a:p>
        </p:txBody>
      </p:sp>
      <p:sp>
        <p:nvSpPr>
          <p:cNvPr id="8" name=""/>
          <p:cNvSpPr/>
          <p:nvPr/>
        </p:nvSpPr>
        <p:spPr>
          <a:xfrm>
            <a:off x="4104000" y="4896000"/>
            <a:ext cx="5759280" cy="345600"/>
          </a:xfrm>
          <a:prstGeom prst="rect">
            <a:avLst/>
          </a:prstGeom>
          <a:noFill/>
          <a:ln w="10800">
            <a:noFill/>
          </a:ln>
        </p:spPr>
        <p:style>
          <a:lnRef idx="0"/>
          <a:fillRef idx="0"/>
          <a:effectRef idx="0"/>
          <a:fontRef idx="minor"/>
        </p:style>
        <p:txBody>
          <a:bodyPr lIns="90000" rIns="90000" tIns="45000" bIns="45000" anchor="t">
            <a:spAutoFit/>
          </a:bodyPr>
          <a:p>
            <a:pPr>
              <a:lnSpc>
                <a:spcPct val="100000"/>
              </a:lnSpc>
            </a:pPr>
            <a:fld id="{570D1F82-4CC7-47FD-887F-9D9C493A98BA}" type="author">
              <a:rPr b="0" lang="en-GB" sz="1800" strike="noStrike" u="none">
                <a:solidFill>
                  <a:srgbClr val="ffffff"/>
                </a:solidFill>
                <a:effectLst/>
                <a:uFillTx/>
                <a:latin typeface="Arial"/>
                <a:ea typeface="DejaVu Sans"/>
              </a:rPr>
              <a:t> </a:t>
            </a:fld>
            <a:endParaRPr b="0" lang="en-GB" sz="1800" strike="noStrike" u="none">
              <a:solidFill>
                <a:srgbClr val="ffffff"/>
              </a:solidFill>
              <a:effectLst/>
              <a:uFillTx/>
              <a:latin typeface="Arial"/>
            </a:endParaRPr>
          </a:p>
        </p:txBody>
      </p:sp>
      <p:sp>
        <p:nvSpPr>
          <p:cNvPr id="9" name=""/>
          <p:cNvSpPr/>
          <p:nvPr/>
        </p:nvSpPr>
        <p:spPr>
          <a:xfrm>
            <a:off x="25920" y="4628880"/>
            <a:ext cx="6119280" cy="17280"/>
          </a:xfrm>
          <a:prstGeom prst="roundRect">
            <a:avLst>
              <a:gd name="adj" fmla="val 50000"/>
            </a:avLst>
          </a:prstGeom>
          <a:gradFill rotWithShape="0">
            <a:gsLst>
              <a:gs pos="0">
                <a:srgbClr val="cccccc"/>
              </a:gs>
              <a:gs pos="100000">
                <a:srgbClr val="333333"/>
              </a:gs>
            </a:gsLst>
            <a:lin ang="0"/>
          </a:gradFill>
          <a:ln w="10800">
            <a:noFill/>
          </a:ln>
        </p:spPr>
        <p:style>
          <a:lnRef idx="0"/>
          <a:fillRef idx="0"/>
          <a:effectRef idx="0"/>
          <a:fontRef idx="minor"/>
        </p:style>
        <p:txBody>
          <a:bodyPr wrap="none" lIns="90000" rIns="90000" tIns="-32040" bIns="-32040" anchor="t">
            <a:noAutofit/>
          </a:bodyPr>
          <a:p>
            <a:pPr>
              <a:lnSpc>
                <a:spcPct val="100000"/>
              </a:lnSpc>
            </a:pPr>
            <a:endParaRPr b="0" lang="en-GB" sz="1800" strike="noStrike" u="none">
              <a:solidFill>
                <a:srgbClr val="ffffff"/>
              </a:solidFill>
              <a:effectLst/>
              <a:uFillTx/>
              <a:latin typeface="Arial"/>
              <a:ea typeface="DejaVu Sans"/>
            </a:endParaRPr>
          </a:p>
        </p:txBody>
      </p:sp>
      <p:sp>
        <p:nvSpPr>
          <p:cNvPr id="10" name=""/>
          <p:cNvSpPr/>
          <p:nvPr/>
        </p:nvSpPr>
        <p:spPr>
          <a:xfrm>
            <a:off x="3859200" y="5324400"/>
            <a:ext cx="6239520" cy="6480"/>
          </a:xfrm>
          <a:prstGeom prst="roundRect">
            <a:avLst>
              <a:gd name="adj" fmla="val 50000"/>
            </a:avLst>
          </a:prstGeom>
          <a:gradFill rotWithShape="0">
            <a:gsLst>
              <a:gs pos="0">
                <a:srgbClr val="cccccc"/>
              </a:gs>
              <a:gs pos="100000">
                <a:srgbClr val="333333"/>
              </a:gs>
            </a:gsLst>
            <a:lin ang="0"/>
          </a:gradFill>
          <a:ln w="10800">
            <a:noFill/>
          </a:ln>
        </p:spPr>
        <p:style>
          <a:lnRef idx="0"/>
          <a:fillRef idx="0"/>
          <a:effectRef idx="0"/>
          <a:fontRef idx="minor"/>
        </p:style>
        <p:txBody>
          <a:bodyPr wrap="none" lIns="90000" rIns="90000" tIns="-39960" bIns="-39960" anchor="t">
            <a:noAutofit/>
          </a:bodyPr>
          <a:p>
            <a:pPr>
              <a:lnSpc>
                <a:spcPct val="100000"/>
              </a:lnSpc>
            </a:pPr>
            <a:endParaRPr b="0" lang="en-GB" sz="1800" strike="noStrike" u="none">
              <a:solidFill>
                <a:srgbClr val="ffffff"/>
              </a:solidFill>
              <a:effectLst/>
              <a:uFillTx/>
              <a:latin typeface="Arial"/>
              <a:ea typeface="DejaVu Sans"/>
            </a:endParaRPr>
          </a:p>
        </p:txBody>
      </p:sp>
      <p:sp>
        <p:nvSpPr>
          <p:cNvPr id="11" name=""/>
          <p:cNvSpPr/>
          <p:nvPr/>
        </p:nvSpPr>
        <p:spPr>
          <a:xfrm>
            <a:off x="4044960" y="4944960"/>
            <a:ext cx="6480" cy="486720"/>
          </a:xfrm>
          <a:custGeom>
            <a:avLst/>
            <a:gdLst>
              <a:gd name="textAreaLeft" fmla="*/ 1080 w 6480"/>
              <a:gd name="textAreaRight" fmla="*/ 6120 w 6480"/>
              <a:gd name="textAreaTop" fmla="*/ 1080 h 486720"/>
              <a:gd name="textAreaBottom" fmla="*/ 486360 h 486720"/>
            </a:gdLst>
            <a:ahLst/>
            <a:cxnLst/>
            <a:rect l="textAreaLeft" t="textAreaTop" r="textAreaRight" b="textAreaBottom"/>
            <a:pathLst>
              <a:path w="21600" h="1393714">
                <a:moveTo>
                  <a:pt x="10800" y="0"/>
                </a:moveTo>
                <a:arcTo wR="10800" hR="10800" stAng="16200000" swAng="-5400000"/>
                <a:lnTo>
                  <a:pt x="0" y="1382914"/>
                </a:lnTo>
                <a:arcTo wR="10800" hR="10800" stAng="10800000" swAng="-5400000"/>
                <a:lnTo>
                  <a:pt x="10800" y="1393714"/>
                </a:lnTo>
                <a:arcTo wR="10800" hR="10800" stAng="5400000" swAng="-5400000"/>
                <a:lnTo>
                  <a:pt x="21600" y="10800"/>
                </a:lnTo>
                <a:arcTo wR="10800" hR="10800" stAng="0" swAng="-5400000"/>
                <a:close/>
              </a:path>
            </a:pathLst>
          </a:custGeom>
          <a:solidFill>
            <a:srgbClr val="cccccc"/>
          </a:solidFill>
          <a:ln w="10800">
            <a:noFill/>
          </a:ln>
        </p:spPr>
        <p:style>
          <a:lnRef idx="0"/>
          <a:fillRef idx="0"/>
          <a:effectRef idx="0"/>
          <a:fontRef idx="minor"/>
        </p:style>
        <p:txBody>
          <a:bodyPr wrap="none" lIns="90000" rIns="90000" tIns="45000" bIns="45000" anchor="t">
            <a:noAutofit/>
          </a:bodyPr>
          <a:p>
            <a:pPr>
              <a:lnSpc>
                <a:spcPct val="100000"/>
              </a:lnSpc>
            </a:pPr>
            <a:endParaRPr b="0" lang="en-GB" sz="1800" strike="noStrike" u="none">
              <a:solidFill>
                <a:srgbClr val="000000"/>
              </a:solidFill>
              <a:effectLst/>
              <a:uFillTx/>
              <a:latin typeface="Arial"/>
              <a:ea typeface="DejaVu Sans"/>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Default 1">
    <p:bg>
      <p:bgPr>
        <a:solidFill>
          <a:srgbClr val="000000"/>
        </a:solidFill>
      </p:bgPr>
    </p:bg>
    <p:spTree>
      <p:nvGrpSpPr>
        <p:cNvPr id="1" name=""/>
        <p:cNvGrpSpPr/>
        <p:nvPr/>
      </p:nvGrpSpPr>
      <p:grpSpPr>
        <a:xfrm>
          <a:off x="0" y="0"/>
          <a:ext cx="0" cy="0"/>
          <a:chOff x="0" y="0"/>
          <a:chExt cx="0" cy="0"/>
        </a:xfrm>
      </p:grpSpPr>
      <p:sp>
        <p:nvSpPr>
          <p:cNvPr id="12" name="PlaceHolder 1"/>
          <p:cNvSpPr>
            <a:spLocks noGrp="1"/>
          </p:cNvSpPr>
          <p:nvPr>
            <p:ph type="title"/>
          </p:nvPr>
        </p:nvSpPr>
        <p:spPr>
          <a:xfrm>
            <a:off x="144000" y="3888000"/>
            <a:ext cx="8999280" cy="657720"/>
          </a:xfrm>
          <a:prstGeom prst="rect">
            <a:avLst/>
          </a:prstGeom>
          <a:noFill/>
          <a:ln w="0">
            <a:noFill/>
          </a:ln>
        </p:spPr>
        <p:txBody>
          <a:bodyPr lIns="0" rIns="0" tIns="0" bIns="0" anchor="ctr">
            <a:noAutofit/>
          </a:bodyPr>
          <a:p>
            <a:pPr indent="0">
              <a:lnSpc>
                <a:spcPct val="100000"/>
              </a:lnSpc>
              <a:buNone/>
              <a:tabLst>
                <a:tab algn="l" pos="0"/>
              </a:tabLst>
            </a:pPr>
            <a:r>
              <a:rPr b="0" lang="en-GB" sz="4400" strike="noStrike" u="none">
                <a:solidFill>
                  <a:srgbClr val="ffffff"/>
                </a:solidFill>
                <a:effectLst/>
                <a:uFillTx/>
                <a:latin typeface="Arial"/>
              </a:rPr>
              <a:t>Click to edit the title text format</a:t>
            </a:r>
            <a:endParaRPr b="0" lang="en-GB" sz="4400" strike="noStrike" u="none">
              <a:solidFill>
                <a:srgbClr val="ffffff"/>
              </a:solidFill>
              <a:effectLst/>
              <a:uFillTx/>
              <a:latin typeface="Arial"/>
            </a:endParaRPr>
          </a:p>
        </p:txBody>
      </p:sp>
      <p:sp>
        <p:nvSpPr>
          <p:cNvPr id="13" name="PlaceHolder 2"/>
          <p:cNvSpPr>
            <a:spLocks noGrp="1"/>
          </p:cNvSpPr>
          <p:nvPr>
            <p:ph type="body"/>
          </p:nvPr>
        </p:nvSpPr>
        <p:spPr>
          <a:xfrm>
            <a:off x="1584000" y="648000"/>
            <a:ext cx="6479280" cy="2598120"/>
          </a:xfrm>
          <a:prstGeom prst="rect">
            <a:avLst/>
          </a:prstGeom>
          <a:noFill/>
          <a:ln w="0">
            <a:noFill/>
          </a:ln>
        </p:spPr>
        <p:txBody>
          <a:bodyPr lIns="0" rIns="0" tIns="0" bIns="0" anchor="t">
            <a:normAutofit fontScale="92500" lnSpcReduction="9999"/>
          </a:bodyPr>
          <a:p>
            <a:pPr marL="432000" indent="-324000">
              <a:lnSpc>
                <a:spcPct val="100000"/>
              </a:lnSpc>
              <a:spcBef>
                <a:spcPts val="1417"/>
              </a:spcBef>
              <a:buClr>
                <a:srgbClr val="ffffff"/>
              </a:buClr>
              <a:buSzPct val="45000"/>
              <a:buFont typeface="Wingdings" charset="2"/>
              <a:buChar char=""/>
            </a:pPr>
            <a:r>
              <a:rPr b="0" lang="en-GB" sz="3200" strike="noStrike" u="none">
                <a:solidFill>
                  <a:srgbClr val="ffffff"/>
                </a:solidFill>
                <a:effectLst/>
                <a:uFillTx/>
                <a:latin typeface="Arial"/>
              </a:rPr>
              <a:t>Click to edit the outline text format</a:t>
            </a:r>
            <a:endParaRPr b="0" lang="en-GB" sz="3200" strike="noStrike" u="none">
              <a:solidFill>
                <a:srgbClr val="ffffff"/>
              </a:solidFill>
              <a:effectLst/>
              <a:uFillTx/>
              <a:latin typeface="Arial"/>
            </a:endParaRPr>
          </a:p>
          <a:p>
            <a:pPr lvl="1" marL="864000" indent="-324000">
              <a:lnSpc>
                <a:spcPct val="100000"/>
              </a:lnSpc>
              <a:spcBef>
                <a:spcPts val="1134"/>
              </a:spcBef>
              <a:buClr>
                <a:srgbClr val="ffffff"/>
              </a:buClr>
              <a:buSzPct val="75000"/>
              <a:buFont typeface="Symbol" charset="2"/>
              <a:buChar char=""/>
            </a:pPr>
            <a:r>
              <a:rPr b="0" lang="en-GB" sz="2800" strike="noStrike" u="none">
                <a:solidFill>
                  <a:srgbClr val="ffffff"/>
                </a:solidFill>
                <a:effectLst/>
                <a:uFillTx/>
                <a:latin typeface="Arial"/>
              </a:rPr>
              <a:t>Second Outline Level</a:t>
            </a:r>
            <a:endParaRPr b="0" lang="en-GB" sz="2800" strike="noStrike" u="none">
              <a:solidFill>
                <a:srgbClr val="ffffff"/>
              </a:solidFill>
              <a:effectLst/>
              <a:uFillTx/>
              <a:latin typeface="Arial"/>
            </a:endParaRPr>
          </a:p>
          <a:p>
            <a:pPr lvl="2" marL="1296000" indent="-288000">
              <a:lnSpc>
                <a:spcPct val="100000"/>
              </a:lnSpc>
              <a:spcBef>
                <a:spcPts val="850"/>
              </a:spcBef>
              <a:buClr>
                <a:srgbClr val="ffffff"/>
              </a:buClr>
              <a:buSzPct val="45000"/>
              <a:buFont typeface="Wingdings" charset="2"/>
              <a:buChar char=""/>
            </a:pPr>
            <a:r>
              <a:rPr b="0" lang="en-GB" sz="2400" strike="noStrike" u="none">
                <a:solidFill>
                  <a:srgbClr val="ffffff"/>
                </a:solidFill>
                <a:effectLst/>
                <a:uFillTx/>
                <a:latin typeface="Arial"/>
              </a:rPr>
              <a:t>Third Outline Level</a:t>
            </a:r>
            <a:endParaRPr b="0" lang="en-GB" sz="2400" strike="noStrike" u="none">
              <a:solidFill>
                <a:srgbClr val="ffffff"/>
              </a:solidFill>
              <a:effectLst/>
              <a:uFillTx/>
              <a:latin typeface="Arial"/>
            </a:endParaRPr>
          </a:p>
          <a:p>
            <a:pPr lvl="3" marL="1728000" indent="-216000">
              <a:lnSpc>
                <a:spcPct val="100000"/>
              </a:lnSpc>
              <a:spcBef>
                <a:spcPts val="567"/>
              </a:spcBef>
              <a:buClr>
                <a:srgbClr val="ffffff"/>
              </a:buClr>
              <a:buSzPct val="75000"/>
              <a:buFont typeface="Symbol" charset="2"/>
              <a:buChar char=""/>
            </a:pPr>
            <a:r>
              <a:rPr b="0" lang="en-GB" sz="2000" strike="noStrike" u="none">
                <a:solidFill>
                  <a:srgbClr val="ffffff"/>
                </a:solidFill>
                <a:effectLst/>
                <a:uFillTx/>
                <a:latin typeface="Arial"/>
              </a:rPr>
              <a:t>Fourth Outline Level</a:t>
            </a:r>
            <a:endParaRPr b="0" lang="en-GB" sz="2000" strike="noStrike" u="none">
              <a:solidFill>
                <a:srgbClr val="ffffff"/>
              </a:solidFill>
              <a:effectLst/>
              <a:uFillTx/>
              <a:latin typeface="Arial"/>
            </a:endParaRPr>
          </a:p>
          <a:p>
            <a:pPr lvl="4" marL="2160000" indent="-216000">
              <a:lnSpc>
                <a:spcPct val="100000"/>
              </a:lnSpc>
              <a:spcBef>
                <a:spcPts val="283"/>
              </a:spcBef>
              <a:buClr>
                <a:srgbClr val="ffffff"/>
              </a:buClr>
              <a:buSzPct val="45000"/>
              <a:buFont typeface="Wingdings" charset="2"/>
              <a:buChar char=""/>
            </a:pPr>
            <a:r>
              <a:rPr b="0" lang="en-GB" sz="2000" strike="noStrike" u="none">
                <a:solidFill>
                  <a:srgbClr val="ffffff"/>
                </a:solidFill>
                <a:effectLst/>
                <a:uFillTx/>
                <a:latin typeface="Arial"/>
              </a:rPr>
              <a:t>Fifth Outline Level</a:t>
            </a:r>
            <a:endParaRPr b="0" lang="en-GB" sz="2000" strike="noStrike" u="none">
              <a:solidFill>
                <a:srgbClr val="ffffff"/>
              </a:solidFill>
              <a:effectLst/>
              <a:uFillTx/>
              <a:latin typeface="Arial"/>
            </a:endParaRPr>
          </a:p>
          <a:p>
            <a:pPr lvl="5" marL="2592000" indent="-216000">
              <a:lnSpc>
                <a:spcPct val="100000"/>
              </a:lnSpc>
              <a:spcBef>
                <a:spcPts val="283"/>
              </a:spcBef>
              <a:buClr>
                <a:srgbClr val="ffffff"/>
              </a:buClr>
              <a:buSzPct val="45000"/>
              <a:buFont typeface="Wingdings" charset="2"/>
              <a:buChar char=""/>
            </a:pPr>
            <a:r>
              <a:rPr b="0" lang="en-GB" sz="2000" strike="noStrike" u="none">
                <a:solidFill>
                  <a:srgbClr val="ffffff"/>
                </a:solidFill>
                <a:effectLst/>
                <a:uFillTx/>
                <a:latin typeface="Arial"/>
              </a:rPr>
              <a:t>Sixth Outline Level</a:t>
            </a:r>
            <a:endParaRPr b="0" lang="en-GB" sz="2000" strike="noStrike" u="none">
              <a:solidFill>
                <a:srgbClr val="ffffff"/>
              </a:solidFill>
              <a:effectLst/>
              <a:uFillTx/>
              <a:latin typeface="Arial"/>
            </a:endParaRPr>
          </a:p>
          <a:p>
            <a:pPr lvl="6" marL="3024000" indent="-216000">
              <a:lnSpc>
                <a:spcPct val="100000"/>
              </a:lnSpc>
              <a:spcBef>
                <a:spcPts val="283"/>
              </a:spcBef>
              <a:buClr>
                <a:srgbClr val="ffffff"/>
              </a:buClr>
              <a:buSzPct val="45000"/>
              <a:buFont typeface="Wingdings" charset="2"/>
              <a:buChar char=""/>
            </a:pPr>
            <a:r>
              <a:rPr b="0" lang="en-GB" sz="2000" strike="noStrike" u="none">
                <a:solidFill>
                  <a:srgbClr val="ffffff"/>
                </a:solidFill>
                <a:effectLst/>
                <a:uFillTx/>
                <a:latin typeface="Arial"/>
              </a:rPr>
              <a:t>Seventh Outline Level</a:t>
            </a:r>
            <a:endParaRPr b="0" lang="en-GB" sz="2000" strike="noStrike" u="none">
              <a:solidFill>
                <a:srgbClr val="ffffff"/>
              </a:solidFill>
              <a:effectLst/>
              <a:uFillTx/>
              <a:latin typeface="Arial"/>
            </a:endParaRPr>
          </a:p>
        </p:txBody>
      </p:sp>
      <p:sp>
        <p:nvSpPr>
          <p:cNvPr id="14" name=""/>
          <p:cNvSpPr/>
          <p:nvPr/>
        </p:nvSpPr>
        <p:spPr>
          <a:xfrm>
            <a:off x="4104000" y="4896000"/>
            <a:ext cx="5759280" cy="345600"/>
          </a:xfrm>
          <a:prstGeom prst="rect">
            <a:avLst/>
          </a:prstGeom>
          <a:noFill/>
          <a:ln w="10800">
            <a:noFill/>
          </a:ln>
        </p:spPr>
        <p:style>
          <a:lnRef idx="0"/>
          <a:fillRef idx="0"/>
          <a:effectRef idx="0"/>
          <a:fontRef idx="minor"/>
        </p:style>
        <p:txBody>
          <a:bodyPr lIns="90000" rIns="90000" tIns="45000" bIns="45000" anchor="t">
            <a:spAutoFit/>
          </a:bodyPr>
          <a:p>
            <a:pPr>
              <a:lnSpc>
                <a:spcPct val="100000"/>
              </a:lnSpc>
            </a:pPr>
            <a:fld id="{4752D72F-52B0-46E1-835C-9C603595B729}" type="author">
              <a:rPr b="0" lang="en-GB" sz="1800" strike="noStrike" u="none">
                <a:solidFill>
                  <a:srgbClr val="ffffff"/>
                </a:solidFill>
                <a:effectLst/>
                <a:uFillTx/>
                <a:latin typeface="Arial"/>
                <a:ea typeface="DejaVu Sans"/>
              </a:rPr>
              <a:t> </a:t>
            </a:fld>
            <a:endParaRPr b="0" lang="en-GB" sz="1800" strike="noStrike" u="none">
              <a:solidFill>
                <a:srgbClr val="ffffff"/>
              </a:solidFill>
              <a:effectLst/>
              <a:uFillTx/>
              <a:latin typeface="Arial"/>
            </a:endParaRPr>
          </a:p>
        </p:txBody>
      </p:sp>
      <p:sp>
        <p:nvSpPr>
          <p:cNvPr id="15" name=""/>
          <p:cNvSpPr/>
          <p:nvPr/>
        </p:nvSpPr>
        <p:spPr>
          <a:xfrm>
            <a:off x="25920" y="4628880"/>
            <a:ext cx="6119280" cy="17280"/>
          </a:xfrm>
          <a:prstGeom prst="roundRect">
            <a:avLst>
              <a:gd name="adj" fmla="val 50000"/>
            </a:avLst>
          </a:prstGeom>
          <a:gradFill rotWithShape="0">
            <a:gsLst>
              <a:gs pos="0">
                <a:srgbClr val="cccccc"/>
              </a:gs>
              <a:gs pos="100000">
                <a:srgbClr val="333333"/>
              </a:gs>
            </a:gsLst>
            <a:lin ang="0"/>
          </a:gradFill>
          <a:ln w="10800">
            <a:noFill/>
          </a:ln>
        </p:spPr>
        <p:style>
          <a:lnRef idx="0"/>
          <a:fillRef idx="0"/>
          <a:effectRef idx="0"/>
          <a:fontRef idx="minor"/>
        </p:style>
        <p:txBody>
          <a:bodyPr wrap="none" lIns="90000" rIns="90000" tIns="-32040" bIns="-32040" anchor="t">
            <a:noAutofit/>
          </a:bodyPr>
          <a:p>
            <a:pPr>
              <a:lnSpc>
                <a:spcPct val="100000"/>
              </a:lnSpc>
            </a:pPr>
            <a:endParaRPr b="0" lang="en-GB" sz="1800" strike="noStrike" u="none">
              <a:solidFill>
                <a:srgbClr val="ffffff"/>
              </a:solidFill>
              <a:effectLst/>
              <a:uFillTx/>
              <a:latin typeface="Arial"/>
              <a:ea typeface="DejaVu Sans"/>
            </a:endParaRPr>
          </a:p>
        </p:txBody>
      </p:sp>
      <p:sp>
        <p:nvSpPr>
          <p:cNvPr id="16" name=""/>
          <p:cNvSpPr/>
          <p:nvPr/>
        </p:nvSpPr>
        <p:spPr>
          <a:xfrm>
            <a:off x="3859200" y="5324400"/>
            <a:ext cx="6239520" cy="6480"/>
          </a:xfrm>
          <a:prstGeom prst="roundRect">
            <a:avLst>
              <a:gd name="adj" fmla="val 50000"/>
            </a:avLst>
          </a:prstGeom>
          <a:gradFill rotWithShape="0">
            <a:gsLst>
              <a:gs pos="0">
                <a:srgbClr val="cccccc"/>
              </a:gs>
              <a:gs pos="100000">
                <a:srgbClr val="333333"/>
              </a:gs>
            </a:gsLst>
            <a:lin ang="0"/>
          </a:gradFill>
          <a:ln w="10800">
            <a:noFill/>
          </a:ln>
        </p:spPr>
        <p:style>
          <a:lnRef idx="0"/>
          <a:fillRef idx="0"/>
          <a:effectRef idx="0"/>
          <a:fontRef idx="minor"/>
        </p:style>
        <p:txBody>
          <a:bodyPr wrap="none" lIns="90000" rIns="90000" tIns="-39960" bIns="-39960" anchor="t">
            <a:noAutofit/>
          </a:bodyPr>
          <a:p>
            <a:pPr>
              <a:lnSpc>
                <a:spcPct val="100000"/>
              </a:lnSpc>
            </a:pPr>
            <a:endParaRPr b="0" lang="en-GB" sz="1800" strike="noStrike" u="none">
              <a:solidFill>
                <a:srgbClr val="ffffff"/>
              </a:solidFill>
              <a:effectLst/>
              <a:uFillTx/>
              <a:latin typeface="Arial"/>
              <a:ea typeface="DejaVu Sans"/>
            </a:endParaRPr>
          </a:p>
        </p:txBody>
      </p:sp>
      <p:sp>
        <p:nvSpPr>
          <p:cNvPr id="17" name=""/>
          <p:cNvSpPr/>
          <p:nvPr/>
        </p:nvSpPr>
        <p:spPr>
          <a:xfrm>
            <a:off x="4044960" y="4944960"/>
            <a:ext cx="6480" cy="486720"/>
          </a:xfrm>
          <a:custGeom>
            <a:avLst/>
            <a:gdLst>
              <a:gd name="textAreaLeft" fmla="*/ 1080 w 6480"/>
              <a:gd name="textAreaRight" fmla="*/ 6120 w 6480"/>
              <a:gd name="textAreaTop" fmla="*/ 1080 h 486720"/>
              <a:gd name="textAreaBottom" fmla="*/ 486360 h 486720"/>
            </a:gdLst>
            <a:ahLst/>
            <a:cxnLst/>
            <a:rect l="textAreaLeft" t="textAreaTop" r="textAreaRight" b="textAreaBottom"/>
            <a:pathLst>
              <a:path w="21600" h="1393714">
                <a:moveTo>
                  <a:pt x="10800" y="0"/>
                </a:moveTo>
                <a:arcTo wR="10800" hR="10800" stAng="16200000" swAng="-5400000"/>
                <a:lnTo>
                  <a:pt x="0" y="1382914"/>
                </a:lnTo>
                <a:arcTo wR="10800" hR="10800" stAng="10800000" swAng="-5400000"/>
                <a:lnTo>
                  <a:pt x="10800" y="1393714"/>
                </a:lnTo>
                <a:arcTo wR="10800" hR="10800" stAng="5400000" swAng="-5400000"/>
                <a:lnTo>
                  <a:pt x="21600" y="10800"/>
                </a:lnTo>
                <a:arcTo wR="10800" hR="10800" stAng="0" swAng="-5400000"/>
                <a:close/>
              </a:path>
            </a:pathLst>
          </a:custGeom>
          <a:solidFill>
            <a:srgbClr val="cccccc"/>
          </a:solidFill>
          <a:ln w="10800">
            <a:noFill/>
          </a:ln>
        </p:spPr>
        <p:style>
          <a:lnRef idx="0"/>
          <a:fillRef idx="0"/>
          <a:effectRef idx="0"/>
          <a:fontRef idx="minor"/>
        </p:style>
        <p:txBody>
          <a:bodyPr wrap="none" lIns="90000" rIns="90000" tIns="45000" bIns="45000" anchor="t">
            <a:noAutofit/>
          </a:bodyPr>
          <a:p>
            <a:pPr>
              <a:lnSpc>
                <a:spcPct val="100000"/>
              </a:lnSpc>
            </a:pPr>
            <a:endParaRPr b="0" lang="en-GB" sz="1800" strike="noStrike" u="none">
              <a:solidFill>
                <a:srgbClr val="000000"/>
              </a:solidFill>
              <a:effectLst/>
              <a:uFillTx/>
              <a:latin typeface="Arial"/>
              <a:ea typeface="DejaVu Sans"/>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One Column">
    <p:bg>
      <p:bgPr>
        <a:solidFill>
          <a:srgbClr val="000000"/>
        </a:solidFill>
      </p:bgPr>
    </p:bg>
    <p:spTree>
      <p:nvGrpSpPr>
        <p:cNvPr id="1" name=""/>
        <p:cNvGrpSpPr/>
        <p:nvPr/>
      </p:nvGrpSpPr>
      <p:grpSpPr>
        <a:xfrm>
          <a:off x="0" y="0"/>
          <a:ext cx="0" cy="0"/>
          <a:chOff x="0" y="0"/>
          <a:chExt cx="0" cy="0"/>
        </a:xfrm>
      </p:grpSpPr>
      <p:sp>
        <p:nvSpPr>
          <p:cNvPr id="18" name="PlaceHolder 1"/>
          <p:cNvSpPr>
            <a:spLocks noGrp="1"/>
          </p:cNvSpPr>
          <p:nvPr>
            <p:ph type="title"/>
          </p:nvPr>
        </p:nvSpPr>
        <p:spPr>
          <a:xfrm>
            <a:off x="144000" y="72000"/>
            <a:ext cx="9539280" cy="647280"/>
          </a:xfrm>
          <a:prstGeom prst="rect">
            <a:avLst/>
          </a:prstGeom>
          <a:noFill/>
          <a:ln w="0">
            <a:noFill/>
          </a:ln>
        </p:spPr>
        <p:txBody>
          <a:bodyPr lIns="0" rIns="0" tIns="0" bIns="0" anchor="ctr">
            <a:noAutofit/>
          </a:bodyPr>
          <a:p>
            <a:pPr indent="0">
              <a:lnSpc>
                <a:spcPct val="100000"/>
              </a:lnSpc>
              <a:buNone/>
              <a:tabLst>
                <a:tab algn="l" pos="0"/>
              </a:tabLst>
            </a:pPr>
            <a:r>
              <a:rPr b="0" lang="en-GB" sz="4400" strike="noStrike" u="none">
                <a:solidFill>
                  <a:srgbClr val="ffffff"/>
                </a:solidFill>
                <a:effectLst/>
                <a:uFillTx/>
                <a:latin typeface="Arial"/>
              </a:rPr>
              <a:t>Click to edit the title text format</a:t>
            </a:r>
            <a:endParaRPr b="0" lang="en-GB" sz="4400" strike="noStrike" u="none">
              <a:solidFill>
                <a:srgbClr val="ffffff"/>
              </a:solidFill>
              <a:effectLst/>
              <a:uFillTx/>
              <a:latin typeface="Arial"/>
            </a:endParaRPr>
          </a:p>
        </p:txBody>
      </p:sp>
      <p:sp>
        <p:nvSpPr>
          <p:cNvPr id="19" name="PlaceHolder 2"/>
          <p:cNvSpPr>
            <a:spLocks noGrp="1"/>
          </p:cNvSpPr>
          <p:nvPr>
            <p:ph type="body"/>
          </p:nvPr>
        </p:nvSpPr>
        <p:spPr>
          <a:xfrm>
            <a:off x="504000" y="1326600"/>
            <a:ext cx="9071280" cy="3287520"/>
          </a:xfrm>
          <a:prstGeom prst="rect">
            <a:avLst/>
          </a:prstGeom>
          <a:noFill/>
          <a:ln w="0">
            <a:noFill/>
          </a:ln>
        </p:spPr>
        <p:txBody>
          <a:bodyPr lIns="0" rIns="0" tIns="0" bIns="0" anchor="t">
            <a:normAutofit/>
          </a:bodyPr>
          <a:p>
            <a:pPr marL="432000" indent="-324000">
              <a:lnSpc>
                <a:spcPct val="100000"/>
              </a:lnSpc>
              <a:spcBef>
                <a:spcPts val="1417"/>
              </a:spcBef>
              <a:buClr>
                <a:srgbClr val="ffffff"/>
              </a:buClr>
              <a:buSzPct val="45000"/>
              <a:buFont typeface="Wingdings" charset="2"/>
              <a:buChar char=""/>
            </a:pPr>
            <a:r>
              <a:rPr b="0" lang="en-GB" sz="3200" strike="noStrike" u="none">
                <a:solidFill>
                  <a:srgbClr val="ffffff"/>
                </a:solidFill>
                <a:effectLst/>
                <a:uFillTx/>
                <a:latin typeface="Arial"/>
              </a:rPr>
              <a:t>Click to edit the outline text format</a:t>
            </a:r>
            <a:endParaRPr b="0" lang="en-GB" sz="3200" strike="noStrike" u="none">
              <a:solidFill>
                <a:srgbClr val="ffffff"/>
              </a:solidFill>
              <a:effectLst/>
              <a:uFillTx/>
              <a:latin typeface="Arial"/>
            </a:endParaRPr>
          </a:p>
          <a:p>
            <a:pPr lvl="1" marL="864000" indent="-324000">
              <a:lnSpc>
                <a:spcPct val="100000"/>
              </a:lnSpc>
              <a:spcBef>
                <a:spcPts val="1134"/>
              </a:spcBef>
              <a:buClr>
                <a:srgbClr val="ffffff"/>
              </a:buClr>
              <a:buSzPct val="75000"/>
              <a:buFont typeface="Symbol" charset="2"/>
              <a:buChar char=""/>
            </a:pPr>
            <a:r>
              <a:rPr b="0" lang="en-GB" sz="2800" strike="noStrike" u="none">
                <a:solidFill>
                  <a:srgbClr val="ffffff"/>
                </a:solidFill>
                <a:effectLst/>
                <a:uFillTx/>
                <a:latin typeface="Arial"/>
              </a:rPr>
              <a:t>Second Outline Level</a:t>
            </a:r>
            <a:endParaRPr b="0" lang="en-GB" sz="2800" strike="noStrike" u="none">
              <a:solidFill>
                <a:srgbClr val="ffffff"/>
              </a:solidFill>
              <a:effectLst/>
              <a:uFillTx/>
              <a:latin typeface="Arial"/>
            </a:endParaRPr>
          </a:p>
          <a:p>
            <a:pPr lvl="2" marL="1296000" indent="-288000">
              <a:lnSpc>
                <a:spcPct val="100000"/>
              </a:lnSpc>
              <a:spcBef>
                <a:spcPts val="850"/>
              </a:spcBef>
              <a:buClr>
                <a:srgbClr val="ffffff"/>
              </a:buClr>
              <a:buSzPct val="45000"/>
              <a:buFont typeface="Wingdings" charset="2"/>
              <a:buChar char=""/>
            </a:pPr>
            <a:r>
              <a:rPr b="0" lang="en-GB" sz="2400" strike="noStrike" u="none">
                <a:solidFill>
                  <a:srgbClr val="ffffff"/>
                </a:solidFill>
                <a:effectLst/>
                <a:uFillTx/>
                <a:latin typeface="Arial"/>
              </a:rPr>
              <a:t>Third Outline Level</a:t>
            </a:r>
            <a:endParaRPr b="0" lang="en-GB" sz="2400" strike="noStrike" u="none">
              <a:solidFill>
                <a:srgbClr val="ffffff"/>
              </a:solidFill>
              <a:effectLst/>
              <a:uFillTx/>
              <a:latin typeface="Arial"/>
            </a:endParaRPr>
          </a:p>
          <a:p>
            <a:pPr lvl="3" marL="1728000" indent="-216000">
              <a:lnSpc>
                <a:spcPct val="100000"/>
              </a:lnSpc>
              <a:spcBef>
                <a:spcPts val="567"/>
              </a:spcBef>
              <a:buClr>
                <a:srgbClr val="ffffff"/>
              </a:buClr>
              <a:buSzPct val="75000"/>
              <a:buFont typeface="Symbol" charset="2"/>
              <a:buChar char=""/>
            </a:pPr>
            <a:r>
              <a:rPr b="0" lang="en-GB" sz="2000" strike="noStrike" u="none">
                <a:solidFill>
                  <a:srgbClr val="ffffff"/>
                </a:solidFill>
                <a:effectLst/>
                <a:uFillTx/>
                <a:latin typeface="Arial"/>
              </a:rPr>
              <a:t>Fourth Outline Level</a:t>
            </a:r>
            <a:endParaRPr b="0" lang="en-GB" sz="2000" strike="noStrike" u="none">
              <a:solidFill>
                <a:srgbClr val="ffffff"/>
              </a:solidFill>
              <a:effectLst/>
              <a:uFillTx/>
              <a:latin typeface="Arial"/>
            </a:endParaRPr>
          </a:p>
          <a:p>
            <a:pPr lvl="4" marL="2160000" indent="-216000">
              <a:lnSpc>
                <a:spcPct val="100000"/>
              </a:lnSpc>
              <a:spcBef>
                <a:spcPts val="283"/>
              </a:spcBef>
              <a:buClr>
                <a:srgbClr val="ffffff"/>
              </a:buClr>
              <a:buSzPct val="45000"/>
              <a:buFont typeface="Wingdings" charset="2"/>
              <a:buChar char=""/>
            </a:pPr>
            <a:r>
              <a:rPr b="0" lang="en-GB" sz="2000" strike="noStrike" u="none">
                <a:solidFill>
                  <a:srgbClr val="ffffff"/>
                </a:solidFill>
                <a:effectLst/>
                <a:uFillTx/>
                <a:latin typeface="Arial"/>
              </a:rPr>
              <a:t>Fifth Outline Level</a:t>
            </a:r>
            <a:endParaRPr b="0" lang="en-GB" sz="2000" strike="noStrike" u="none">
              <a:solidFill>
                <a:srgbClr val="ffffff"/>
              </a:solidFill>
              <a:effectLst/>
              <a:uFillTx/>
              <a:latin typeface="Arial"/>
            </a:endParaRPr>
          </a:p>
          <a:p>
            <a:pPr lvl="5" marL="2592000" indent="-216000">
              <a:lnSpc>
                <a:spcPct val="100000"/>
              </a:lnSpc>
              <a:spcBef>
                <a:spcPts val="283"/>
              </a:spcBef>
              <a:buClr>
                <a:srgbClr val="ffffff"/>
              </a:buClr>
              <a:buSzPct val="45000"/>
              <a:buFont typeface="Wingdings" charset="2"/>
              <a:buChar char=""/>
            </a:pPr>
            <a:r>
              <a:rPr b="0" lang="en-GB" sz="2000" strike="noStrike" u="none">
                <a:solidFill>
                  <a:srgbClr val="ffffff"/>
                </a:solidFill>
                <a:effectLst/>
                <a:uFillTx/>
                <a:latin typeface="Arial"/>
              </a:rPr>
              <a:t>Sixth Outline Level</a:t>
            </a:r>
            <a:endParaRPr b="0" lang="en-GB" sz="2000" strike="noStrike" u="none">
              <a:solidFill>
                <a:srgbClr val="ffffff"/>
              </a:solidFill>
              <a:effectLst/>
              <a:uFillTx/>
              <a:latin typeface="Arial"/>
            </a:endParaRPr>
          </a:p>
          <a:p>
            <a:pPr lvl="6" marL="3024000" indent="-216000">
              <a:lnSpc>
                <a:spcPct val="100000"/>
              </a:lnSpc>
              <a:spcBef>
                <a:spcPts val="283"/>
              </a:spcBef>
              <a:buClr>
                <a:srgbClr val="ffffff"/>
              </a:buClr>
              <a:buSzPct val="45000"/>
              <a:buFont typeface="Wingdings" charset="2"/>
              <a:buChar char=""/>
            </a:pPr>
            <a:r>
              <a:rPr b="0" lang="en-GB" sz="2000" strike="noStrike" u="none">
                <a:solidFill>
                  <a:srgbClr val="ffffff"/>
                </a:solidFill>
                <a:effectLst/>
                <a:uFillTx/>
                <a:latin typeface="Arial"/>
              </a:rPr>
              <a:t>Seventh Outline Level</a:t>
            </a:r>
            <a:endParaRPr b="0" lang="en-GB" sz="2000" strike="noStrike" u="none">
              <a:solidFill>
                <a:srgbClr val="ffffff"/>
              </a:solidFill>
              <a:effectLst/>
              <a:uFillTx/>
              <a:latin typeface="Arial"/>
            </a:endParaRPr>
          </a:p>
        </p:txBody>
      </p:sp>
      <p:sp>
        <p:nvSpPr>
          <p:cNvPr id="20" name="PlaceHolder 3"/>
          <p:cNvSpPr>
            <a:spLocks noGrp="1"/>
          </p:cNvSpPr>
          <p:nvPr>
            <p:ph type="dt" idx="1"/>
          </p:nvPr>
        </p:nvSpPr>
        <p:spPr>
          <a:xfrm>
            <a:off x="504000" y="5256000"/>
            <a:ext cx="1655280" cy="213840"/>
          </a:xfrm>
          <a:prstGeom prst="rect">
            <a:avLst/>
          </a:prstGeom>
          <a:noFill/>
          <a:ln w="0">
            <a:noFill/>
          </a:ln>
        </p:spPr>
        <p:txBody>
          <a:bodyPr lIns="0" rIns="0" tIns="0" bIns="0" anchor="t">
            <a:spAutoFit/>
          </a:bodyPr>
          <a:lstStyle>
            <a:lvl1pPr indent="0">
              <a:lnSpc>
                <a:spcPct val="100000"/>
              </a:lnSpc>
              <a:buNone/>
              <a:tabLst>
                <a:tab algn="l" pos="0"/>
              </a:tabLst>
              <a:defRPr b="0" lang="en-GB" sz="1400" strike="noStrike" u="none">
                <a:solidFill>
                  <a:srgbClr val="ffffff"/>
                </a:solidFill>
                <a:effectLst/>
                <a:uFillTx/>
                <a:latin typeface="Arial"/>
              </a:defRPr>
            </a:lvl1pPr>
          </a:lstStyle>
          <a:p>
            <a:pPr indent="0">
              <a:lnSpc>
                <a:spcPct val="100000"/>
              </a:lnSpc>
              <a:buNone/>
              <a:tabLst>
                <a:tab algn="l" pos="0"/>
              </a:tabLst>
            </a:pPr>
            <a:r>
              <a:rPr b="0" lang="en-GB" sz="1400" strike="noStrike" u="none">
                <a:solidFill>
                  <a:srgbClr val="ffffff"/>
                </a:solidFill>
                <a:effectLst/>
                <a:uFillTx/>
                <a:latin typeface="Arial"/>
              </a:rPr>
              <a:t>&lt;date/time&gt;</a:t>
            </a:r>
            <a:endParaRPr b="0" lang="en-GB" sz="1400" strike="noStrike" u="none">
              <a:solidFill>
                <a:srgbClr val="ffffff"/>
              </a:solidFill>
              <a:effectLst/>
              <a:uFillTx/>
              <a:latin typeface="Times New Roman"/>
            </a:endParaRPr>
          </a:p>
        </p:txBody>
      </p:sp>
      <p:sp>
        <p:nvSpPr>
          <p:cNvPr id="21" name="PlaceHolder 4"/>
          <p:cNvSpPr>
            <a:spLocks noGrp="1"/>
          </p:cNvSpPr>
          <p:nvPr>
            <p:ph type="ftr" idx="2"/>
          </p:nvPr>
        </p:nvSpPr>
        <p:spPr>
          <a:xfrm>
            <a:off x="2520000" y="5256000"/>
            <a:ext cx="4679280" cy="213840"/>
          </a:xfrm>
          <a:prstGeom prst="rect">
            <a:avLst/>
          </a:prstGeom>
          <a:noFill/>
          <a:ln w="0">
            <a:noFill/>
          </a:ln>
        </p:spPr>
        <p:txBody>
          <a:bodyPr lIns="0" rIns="0" tIns="0" bIns="0" anchor="t">
            <a:spAutoFit/>
          </a:bodyPr>
          <a:lstStyle>
            <a:lvl1pPr indent="0" algn="ctr">
              <a:lnSpc>
                <a:spcPct val="100000"/>
              </a:lnSpc>
              <a:buNone/>
              <a:tabLst>
                <a:tab algn="l" pos="0"/>
              </a:tabLst>
              <a:defRPr b="0" lang="en-GB" sz="1400" strike="noStrike" u="none">
                <a:solidFill>
                  <a:srgbClr val="ffffff"/>
                </a:solidFill>
                <a:effectLst/>
                <a:uFillTx/>
                <a:latin typeface="Arial"/>
              </a:defRPr>
            </a:lvl1pPr>
          </a:lstStyle>
          <a:p>
            <a:pPr indent="0" algn="ctr">
              <a:lnSpc>
                <a:spcPct val="100000"/>
              </a:lnSpc>
              <a:buNone/>
              <a:tabLst>
                <a:tab algn="l" pos="0"/>
              </a:tabLst>
            </a:pPr>
            <a:r>
              <a:rPr b="0" lang="en-GB" sz="1400" strike="noStrike" u="none">
                <a:solidFill>
                  <a:srgbClr val="ffffff"/>
                </a:solidFill>
                <a:effectLst/>
                <a:uFillTx/>
                <a:latin typeface="Arial"/>
              </a:rPr>
              <a:t>&lt;footer&gt;</a:t>
            </a:r>
            <a:endParaRPr b="0" lang="en-GB" sz="1400" strike="noStrike" u="none">
              <a:solidFill>
                <a:srgbClr val="ffffff"/>
              </a:solidFill>
              <a:effectLst/>
              <a:uFillTx/>
              <a:latin typeface="Times New Roman"/>
            </a:endParaRPr>
          </a:p>
        </p:txBody>
      </p:sp>
      <p:sp>
        <p:nvSpPr>
          <p:cNvPr id="22" name="PlaceHolder 5"/>
          <p:cNvSpPr>
            <a:spLocks noGrp="1"/>
          </p:cNvSpPr>
          <p:nvPr>
            <p:ph type="sldNum" idx="3"/>
          </p:nvPr>
        </p:nvSpPr>
        <p:spPr>
          <a:xfrm>
            <a:off x="7560000" y="5256000"/>
            <a:ext cx="1619280" cy="213840"/>
          </a:xfrm>
          <a:prstGeom prst="rect">
            <a:avLst/>
          </a:prstGeom>
          <a:noFill/>
          <a:ln w="0">
            <a:noFill/>
          </a:ln>
        </p:spPr>
        <p:txBody>
          <a:bodyPr lIns="0" rIns="0" tIns="0" bIns="0" anchor="t">
            <a:spAutoFit/>
          </a:bodyPr>
          <a:lstStyle>
            <a:lvl1pPr indent="0" algn="r">
              <a:lnSpc>
                <a:spcPct val="100000"/>
              </a:lnSpc>
              <a:buNone/>
              <a:tabLst>
                <a:tab algn="l" pos="0"/>
              </a:tabLst>
              <a:defRPr b="0" lang="en-GB" sz="1400" strike="noStrike" u="none">
                <a:solidFill>
                  <a:srgbClr val="ffffff"/>
                </a:solidFill>
                <a:effectLst/>
                <a:uFillTx/>
                <a:latin typeface="Arial"/>
              </a:defRPr>
            </a:lvl1pPr>
          </a:lstStyle>
          <a:p>
            <a:pPr indent="0" algn="r">
              <a:lnSpc>
                <a:spcPct val="100000"/>
              </a:lnSpc>
              <a:buNone/>
              <a:tabLst>
                <a:tab algn="l" pos="0"/>
              </a:tabLst>
            </a:pPr>
            <a:fld id="{F1237D81-614C-47A7-B3FC-060F1C2062C6}" type="slidenum">
              <a:rPr b="0" lang="en-GB" sz="1400" strike="noStrike" u="none">
                <a:solidFill>
                  <a:srgbClr val="ffffff"/>
                </a:solidFill>
                <a:effectLst/>
                <a:uFillTx/>
                <a:latin typeface="Arial"/>
              </a:rPr>
              <a:t>&lt;number&gt;</a:t>
            </a:fld>
            <a:endParaRPr b="0" lang="en-GB" sz="1400" strike="noStrike" u="none">
              <a:solidFill>
                <a:srgbClr val="ffffff"/>
              </a:solidFill>
              <a:effectLst/>
              <a:uFillTx/>
              <a:latin typeface="Times New Roman"/>
            </a:endParaRPr>
          </a:p>
        </p:txBody>
      </p:sp>
      <p:sp>
        <p:nvSpPr>
          <p:cNvPr id="23" name=""/>
          <p:cNvSpPr/>
          <p:nvPr/>
        </p:nvSpPr>
        <p:spPr>
          <a:xfrm>
            <a:off x="20880" y="607320"/>
            <a:ext cx="6119280" cy="17280"/>
          </a:xfrm>
          <a:prstGeom prst="roundRect">
            <a:avLst>
              <a:gd name="adj" fmla="val 50000"/>
            </a:avLst>
          </a:prstGeom>
          <a:gradFill rotWithShape="0">
            <a:gsLst>
              <a:gs pos="0">
                <a:srgbClr val="cccccc"/>
              </a:gs>
              <a:gs pos="100000">
                <a:srgbClr val="333333"/>
              </a:gs>
            </a:gsLst>
            <a:lin ang="0"/>
          </a:gradFill>
          <a:ln w="10800">
            <a:noFill/>
          </a:ln>
        </p:spPr>
        <p:style>
          <a:lnRef idx="0"/>
          <a:fillRef idx="0"/>
          <a:effectRef idx="0"/>
          <a:fontRef idx="minor"/>
        </p:style>
        <p:txBody>
          <a:bodyPr wrap="none" lIns="90000" rIns="90000" tIns="-32040" bIns="-32040" anchor="t">
            <a:noAutofit/>
          </a:bodyPr>
          <a:p>
            <a:pPr>
              <a:lnSpc>
                <a:spcPct val="100000"/>
              </a:lnSpc>
            </a:pPr>
            <a:endParaRPr b="0" lang="en-GB" sz="1800" strike="noStrike" u="none">
              <a:solidFill>
                <a:srgbClr val="ffffff"/>
              </a:solidFill>
              <a:effectLst/>
              <a:uFillTx/>
              <a:latin typeface="Arial"/>
              <a:ea typeface="DejaVu Sans"/>
            </a:endParaRPr>
          </a:p>
        </p:txBody>
      </p:sp>
      <p:sp>
        <p:nvSpPr>
          <p:cNvPr id="24" name=""/>
          <p:cNvSpPr/>
          <p:nvPr/>
        </p:nvSpPr>
        <p:spPr>
          <a:xfrm>
            <a:off x="4430520" y="840960"/>
            <a:ext cx="5673240" cy="6480"/>
          </a:xfrm>
          <a:prstGeom prst="roundRect">
            <a:avLst>
              <a:gd name="adj" fmla="val 50000"/>
            </a:avLst>
          </a:prstGeom>
          <a:gradFill rotWithShape="0">
            <a:gsLst>
              <a:gs pos="0">
                <a:srgbClr val="333333"/>
              </a:gs>
              <a:gs pos="100000">
                <a:srgbClr val="cccccc"/>
              </a:gs>
            </a:gsLst>
            <a:lin ang="0"/>
          </a:gradFill>
          <a:ln w="10800">
            <a:noFill/>
          </a:ln>
        </p:spPr>
        <p:style>
          <a:lnRef idx="0"/>
          <a:fillRef idx="0"/>
          <a:effectRef idx="0"/>
          <a:fontRef idx="minor"/>
        </p:style>
        <p:txBody>
          <a:bodyPr wrap="none" lIns="90000" rIns="90000" tIns="-39960" bIns="-39960" anchor="t">
            <a:noAutofit/>
          </a:bodyPr>
          <a:p>
            <a:pPr>
              <a:lnSpc>
                <a:spcPct val="100000"/>
              </a:lnSpc>
            </a:pPr>
            <a:endParaRPr b="0" lang="en-GB" sz="1800" strike="noStrike" u="none">
              <a:solidFill>
                <a:srgbClr val="ffffff"/>
              </a:solidFill>
              <a:effectLst/>
              <a:uFillTx/>
              <a:latin typeface="Arial"/>
              <a:ea typeface="DejaVu Sans"/>
            </a:endParaRPr>
          </a:p>
        </p:txBody>
      </p:sp>
      <p:sp>
        <p:nvSpPr>
          <p:cNvPr id="25" name=""/>
          <p:cNvSpPr/>
          <p:nvPr/>
        </p:nvSpPr>
        <p:spPr>
          <a:xfrm>
            <a:off x="9819720" y="474480"/>
            <a:ext cx="6480" cy="492480"/>
          </a:xfrm>
          <a:custGeom>
            <a:avLst/>
            <a:gdLst>
              <a:gd name="textAreaLeft" fmla="*/ 1080 w 6480"/>
              <a:gd name="textAreaRight" fmla="*/ 6120 w 6480"/>
              <a:gd name="textAreaTop" fmla="*/ 1080 h 492480"/>
              <a:gd name="textAreaBottom" fmla="*/ 492120 h 492480"/>
            </a:gdLst>
            <a:ahLst/>
            <a:cxnLst/>
            <a:rect l="textAreaLeft" t="textAreaTop" r="textAreaRight" b="textAreaBottom"/>
            <a:pathLst>
              <a:path w="21600" h="1410171">
                <a:moveTo>
                  <a:pt x="10800" y="0"/>
                </a:moveTo>
                <a:arcTo wR="10800" hR="10800" stAng="16200000" swAng="-5400000"/>
                <a:lnTo>
                  <a:pt x="0" y="1399371"/>
                </a:lnTo>
                <a:arcTo wR="10800" hR="10800" stAng="10800000" swAng="-5400000"/>
                <a:lnTo>
                  <a:pt x="10800" y="1410171"/>
                </a:lnTo>
                <a:arcTo wR="10800" hR="10800" stAng="5400000" swAng="-5400000"/>
                <a:lnTo>
                  <a:pt x="21600" y="10800"/>
                </a:lnTo>
                <a:arcTo wR="10800" hR="10800" stAng="0" swAng="-5400000"/>
                <a:close/>
              </a:path>
            </a:pathLst>
          </a:custGeom>
          <a:solidFill>
            <a:srgbClr val="cccccc"/>
          </a:solidFill>
          <a:ln w="10800">
            <a:noFill/>
          </a:ln>
        </p:spPr>
        <p:style>
          <a:lnRef idx="0"/>
          <a:fillRef idx="0"/>
          <a:effectRef idx="0"/>
          <a:fontRef idx="minor"/>
        </p:style>
        <p:txBody>
          <a:bodyPr wrap="none" lIns="90000" rIns="90000" tIns="45000" bIns="45000" anchor="t">
            <a:noAutofit/>
          </a:bodyPr>
          <a:p>
            <a:pPr>
              <a:lnSpc>
                <a:spcPct val="100000"/>
              </a:lnSpc>
            </a:pPr>
            <a:endParaRPr b="0" lang="en-GB" sz="1800" strike="noStrike" u="none">
              <a:solidFill>
                <a:srgbClr val="000000"/>
              </a:solidFill>
              <a:effectLst/>
              <a:uFillTx/>
              <a:latin typeface="Arial"/>
              <a:ea typeface="DejaVu Sans"/>
            </a:endParaRPr>
          </a:p>
        </p:txBody>
      </p:sp>
      <p:sp>
        <p:nvSpPr>
          <p:cNvPr id="26" name=""/>
          <p:cNvSpPr/>
          <p:nvPr/>
        </p:nvSpPr>
        <p:spPr>
          <a:xfrm>
            <a:off x="1900800" y="5204880"/>
            <a:ext cx="7464600" cy="6480"/>
          </a:xfrm>
          <a:prstGeom prst="roundRect">
            <a:avLst>
              <a:gd name="adj" fmla="val 50000"/>
            </a:avLst>
          </a:prstGeom>
          <a:gradFill rotWithShape="0">
            <a:gsLst>
              <a:gs pos="0">
                <a:srgbClr val="333333"/>
              </a:gs>
              <a:gs pos="100000">
                <a:srgbClr val="cccccc"/>
              </a:gs>
            </a:gsLst>
            <a:lin ang="0"/>
          </a:gradFill>
          <a:ln w="10800">
            <a:noFill/>
          </a:ln>
        </p:spPr>
        <p:style>
          <a:lnRef idx="0"/>
          <a:fillRef idx="0"/>
          <a:effectRef idx="0"/>
          <a:fontRef idx="minor"/>
        </p:style>
        <p:txBody>
          <a:bodyPr wrap="none" lIns="90000" rIns="90000" tIns="-39960" bIns="-39960" anchor="t">
            <a:noAutofit/>
          </a:bodyPr>
          <a:p>
            <a:pPr>
              <a:lnSpc>
                <a:spcPct val="100000"/>
              </a:lnSpc>
            </a:pPr>
            <a:endParaRPr b="0" lang="en-GB" sz="1800" strike="noStrike" u="none">
              <a:solidFill>
                <a:srgbClr val="ffffff"/>
              </a:solidFill>
              <a:effectLst/>
              <a:uFillTx/>
              <a:latin typeface="Arial"/>
              <a:ea typeface="DejaVu Sans"/>
            </a:endParaRPr>
          </a:p>
        </p:txBody>
      </p:sp>
      <p:sp>
        <p:nvSpPr>
          <p:cNvPr id="27" name=""/>
          <p:cNvSpPr/>
          <p:nvPr/>
        </p:nvSpPr>
        <p:spPr>
          <a:xfrm>
            <a:off x="9259920" y="4917240"/>
            <a:ext cx="6480" cy="348840"/>
          </a:xfrm>
          <a:custGeom>
            <a:avLst/>
            <a:gdLst>
              <a:gd name="textAreaLeft" fmla="*/ 1080 w 6480"/>
              <a:gd name="textAreaRight" fmla="*/ 6120 w 6480"/>
              <a:gd name="textAreaTop" fmla="*/ 1080 h 348840"/>
              <a:gd name="textAreaBottom" fmla="*/ 348480 h 348840"/>
            </a:gdLst>
            <a:ahLst/>
            <a:cxnLst/>
            <a:rect l="textAreaLeft" t="textAreaTop" r="textAreaRight" b="textAreaBottom"/>
            <a:pathLst>
              <a:path w="21600" h="999771">
                <a:moveTo>
                  <a:pt x="10800" y="0"/>
                </a:moveTo>
                <a:arcTo wR="10800" hR="10800" stAng="16200000" swAng="-5400000"/>
                <a:lnTo>
                  <a:pt x="0" y="988971"/>
                </a:lnTo>
                <a:arcTo wR="10800" hR="10800" stAng="10800000" swAng="-5400000"/>
                <a:lnTo>
                  <a:pt x="10800" y="999771"/>
                </a:lnTo>
                <a:arcTo wR="10800" hR="10800" stAng="5400000" swAng="-5400000"/>
                <a:lnTo>
                  <a:pt x="21600" y="10800"/>
                </a:lnTo>
                <a:arcTo wR="10800" hR="10800" stAng="0" swAng="-5400000"/>
                <a:close/>
              </a:path>
            </a:pathLst>
          </a:custGeom>
          <a:solidFill>
            <a:srgbClr val="cccccc"/>
          </a:solidFill>
          <a:ln w="10800">
            <a:noFill/>
          </a:ln>
        </p:spPr>
        <p:style>
          <a:lnRef idx="0"/>
          <a:fillRef idx="0"/>
          <a:effectRef idx="0"/>
          <a:fontRef idx="minor"/>
        </p:style>
        <p:txBody>
          <a:bodyPr wrap="none" lIns="90000" rIns="90000" tIns="45000" bIns="45000" anchor="t">
            <a:noAutofit/>
          </a:bodyPr>
          <a:p>
            <a:pPr>
              <a:lnSpc>
                <a:spcPct val="100000"/>
              </a:lnSpc>
            </a:pPr>
            <a:endParaRPr b="0" lang="en-GB" sz="1800" strike="noStrike" u="none">
              <a:solidFill>
                <a:srgbClr val="000000"/>
              </a:solidFill>
              <a:effectLst/>
              <a:uFillTx/>
              <a:latin typeface="Arial"/>
              <a:ea typeface="DejaVu Sans"/>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Default 2">
    <p:bg>
      <p:bgPr>
        <a:solidFill>
          <a:srgbClr val="000000"/>
        </a:solidFill>
      </p:bgPr>
    </p:bg>
    <p:spTree>
      <p:nvGrpSpPr>
        <p:cNvPr id="1" name=""/>
        <p:cNvGrpSpPr/>
        <p:nvPr/>
      </p:nvGrpSpPr>
      <p:grpSpPr>
        <a:xfrm>
          <a:off x="0" y="0"/>
          <a:ext cx="0" cy="0"/>
          <a:chOff x="0" y="0"/>
          <a:chExt cx="0" cy="0"/>
        </a:xfrm>
      </p:grpSpPr>
      <p:sp>
        <p:nvSpPr>
          <p:cNvPr id="28" name="PlaceHolder 1"/>
          <p:cNvSpPr>
            <a:spLocks noGrp="1"/>
          </p:cNvSpPr>
          <p:nvPr>
            <p:ph type="title"/>
          </p:nvPr>
        </p:nvSpPr>
        <p:spPr>
          <a:xfrm>
            <a:off x="144000" y="72000"/>
            <a:ext cx="9539280" cy="647280"/>
          </a:xfrm>
          <a:prstGeom prst="rect">
            <a:avLst/>
          </a:prstGeom>
          <a:noFill/>
          <a:ln w="0">
            <a:noFill/>
          </a:ln>
        </p:spPr>
        <p:txBody>
          <a:bodyPr lIns="0" rIns="0" tIns="0" bIns="0" anchor="ctr">
            <a:noAutofit/>
          </a:bodyPr>
          <a:p>
            <a:pPr indent="0">
              <a:lnSpc>
                <a:spcPct val="100000"/>
              </a:lnSpc>
              <a:buNone/>
              <a:tabLst>
                <a:tab algn="l" pos="0"/>
              </a:tabLst>
            </a:pPr>
            <a:r>
              <a:rPr b="0" lang="en-GB" sz="4400" strike="noStrike" u="none">
                <a:solidFill>
                  <a:srgbClr val="ffffff"/>
                </a:solidFill>
                <a:effectLst/>
                <a:uFillTx/>
                <a:latin typeface="Arial"/>
              </a:rPr>
              <a:t>Click to edit the title text format</a:t>
            </a:r>
            <a:endParaRPr b="0" lang="en-GB" sz="4400" strike="noStrike" u="none">
              <a:solidFill>
                <a:srgbClr val="ffffff"/>
              </a:solidFill>
              <a:effectLst/>
              <a:uFillTx/>
              <a:latin typeface="Arial"/>
            </a:endParaRPr>
          </a:p>
        </p:txBody>
      </p:sp>
      <p:sp>
        <p:nvSpPr>
          <p:cNvPr id="29" name="PlaceHolder 2"/>
          <p:cNvSpPr>
            <a:spLocks noGrp="1"/>
          </p:cNvSpPr>
          <p:nvPr>
            <p:ph type="body"/>
          </p:nvPr>
        </p:nvSpPr>
        <p:spPr>
          <a:xfrm>
            <a:off x="504000" y="1326600"/>
            <a:ext cx="9071280" cy="3287520"/>
          </a:xfrm>
          <a:prstGeom prst="rect">
            <a:avLst/>
          </a:prstGeom>
          <a:noFill/>
          <a:ln w="0">
            <a:noFill/>
          </a:ln>
        </p:spPr>
        <p:txBody>
          <a:bodyPr lIns="0" rIns="0" tIns="0" bIns="0" anchor="t">
            <a:normAutofit/>
          </a:bodyPr>
          <a:p>
            <a:pPr marL="432000" indent="-324000">
              <a:lnSpc>
                <a:spcPct val="100000"/>
              </a:lnSpc>
              <a:spcBef>
                <a:spcPts val="1417"/>
              </a:spcBef>
              <a:buClr>
                <a:srgbClr val="ffffff"/>
              </a:buClr>
              <a:buSzPct val="45000"/>
              <a:buFont typeface="Wingdings" charset="2"/>
              <a:buChar char=""/>
            </a:pPr>
            <a:r>
              <a:rPr b="0" lang="en-GB" sz="3200" strike="noStrike" u="none">
                <a:solidFill>
                  <a:srgbClr val="ffffff"/>
                </a:solidFill>
                <a:effectLst/>
                <a:uFillTx/>
                <a:latin typeface="Arial"/>
              </a:rPr>
              <a:t>Click to edit the outline text format</a:t>
            </a:r>
            <a:endParaRPr b="0" lang="en-GB" sz="3200" strike="noStrike" u="none">
              <a:solidFill>
                <a:srgbClr val="ffffff"/>
              </a:solidFill>
              <a:effectLst/>
              <a:uFillTx/>
              <a:latin typeface="Arial"/>
            </a:endParaRPr>
          </a:p>
          <a:p>
            <a:pPr lvl="1" marL="864000" indent="-324000">
              <a:lnSpc>
                <a:spcPct val="100000"/>
              </a:lnSpc>
              <a:spcBef>
                <a:spcPts val="1134"/>
              </a:spcBef>
              <a:buClr>
                <a:srgbClr val="ffffff"/>
              </a:buClr>
              <a:buSzPct val="75000"/>
              <a:buFont typeface="Symbol" charset="2"/>
              <a:buChar char=""/>
            </a:pPr>
            <a:r>
              <a:rPr b="0" lang="en-GB" sz="2800" strike="noStrike" u="none">
                <a:solidFill>
                  <a:srgbClr val="ffffff"/>
                </a:solidFill>
                <a:effectLst/>
                <a:uFillTx/>
                <a:latin typeface="Arial"/>
              </a:rPr>
              <a:t>Second Outline Level</a:t>
            </a:r>
            <a:endParaRPr b="0" lang="en-GB" sz="2800" strike="noStrike" u="none">
              <a:solidFill>
                <a:srgbClr val="ffffff"/>
              </a:solidFill>
              <a:effectLst/>
              <a:uFillTx/>
              <a:latin typeface="Arial"/>
            </a:endParaRPr>
          </a:p>
          <a:p>
            <a:pPr lvl="2" marL="1296000" indent="-288000">
              <a:lnSpc>
                <a:spcPct val="100000"/>
              </a:lnSpc>
              <a:spcBef>
                <a:spcPts val="850"/>
              </a:spcBef>
              <a:buClr>
                <a:srgbClr val="ffffff"/>
              </a:buClr>
              <a:buSzPct val="45000"/>
              <a:buFont typeface="Wingdings" charset="2"/>
              <a:buChar char=""/>
            </a:pPr>
            <a:r>
              <a:rPr b="0" lang="en-GB" sz="2400" strike="noStrike" u="none">
                <a:solidFill>
                  <a:srgbClr val="ffffff"/>
                </a:solidFill>
                <a:effectLst/>
                <a:uFillTx/>
                <a:latin typeface="Arial"/>
              </a:rPr>
              <a:t>Third Outline Level</a:t>
            </a:r>
            <a:endParaRPr b="0" lang="en-GB" sz="2400" strike="noStrike" u="none">
              <a:solidFill>
                <a:srgbClr val="ffffff"/>
              </a:solidFill>
              <a:effectLst/>
              <a:uFillTx/>
              <a:latin typeface="Arial"/>
            </a:endParaRPr>
          </a:p>
          <a:p>
            <a:pPr lvl="3" marL="1728000" indent="-216000">
              <a:lnSpc>
                <a:spcPct val="100000"/>
              </a:lnSpc>
              <a:spcBef>
                <a:spcPts val="567"/>
              </a:spcBef>
              <a:buClr>
                <a:srgbClr val="ffffff"/>
              </a:buClr>
              <a:buSzPct val="75000"/>
              <a:buFont typeface="Symbol" charset="2"/>
              <a:buChar char=""/>
            </a:pPr>
            <a:r>
              <a:rPr b="0" lang="en-GB" sz="2000" strike="noStrike" u="none">
                <a:solidFill>
                  <a:srgbClr val="ffffff"/>
                </a:solidFill>
                <a:effectLst/>
                <a:uFillTx/>
                <a:latin typeface="Arial"/>
              </a:rPr>
              <a:t>Fourth Outline Level</a:t>
            </a:r>
            <a:endParaRPr b="0" lang="en-GB" sz="2000" strike="noStrike" u="none">
              <a:solidFill>
                <a:srgbClr val="ffffff"/>
              </a:solidFill>
              <a:effectLst/>
              <a:uFillTx/>
              <a:latin typeface="Arial"/>
            </a:endParaRPr>
          </a:p>
          <a:p>
            <a:pPr lvl="4" marL="2160000" indent="-216000">
              <a:lnSpc>
                <a:spcPct val="100000"/>
              </a:lnSpc>
              <a:spcBef>
                <a:spcPts val="283"/>
              </a:spcBef>
              <a:buClr>
                <a:srgbClr val="ffffff"/>
              </a:buClr>
              <a:buSzPct val="45000"/>
              <a:buFont typeface="Wingdings" charset="2"/>
              <a:buChar char=""/>
            </a:pPr>
            <a:r>
              <a:rPr b="0" lang="en-GB" sz="2000" strike="noStrike" u="none">
                <a:solidFill>
                  <a:srgbClr val="ffffff"/>
                </a:solidFill>
                <a:effectLst/>
                <a:uFillTx/>
                <a:latin typeface="Arial"/>
              </a:rPr>
              <a:t>Fifth Outline Level</a:t>
            </a:r>
            <a:endParaRPr b="0" lang="en-GB" sz="2000" strike="noStrike" u="none">
              <a:solidFill>
                <a:srgbClr val="ffffff"/>
              </a:solidFill>
              <a:effectLst/>
              <a:uFillTx/>
              <a:latin typeface="Arial"/>
            </a:endParaRPr>
          </a:p>
          <a:p>
            <a:pPr lvl="5" marL="2592000" indent="-216000">
              <a:lnSpc>
                <a:spcPct val="100000"/>
              </a:lnSpc>
              <a:spcBef>
                <a:spcPts val="283"/>
              </a:spcBef>
              <a:buClr>
                <a:srgbClr val="ffffff"/>
              </a:buClr>
              <a:buSzPct val="45000"/>
              <a:buFont typeface="Wingdings" charset="2"/>
              <a:buChar char=""/>
            </a:pPr>
            <a:r>
              <a:rPr b="0" lang="en-GB" sz="2000" strike="noStrike" u="none">
                <a:solidFill>
                  <a:srgbClr val="ffffff"/>
                </a:solidFill>
                <a:effectLst/>
                <a:uFillTx/>
                <a:latin typeface="Arial"/>
              </a:rPr>
              <a:t>Sixth Outline Level</a:t>
            </a:r>
            <a:endParaRPr b="0" lang="en-GB" sz="2000" strike="noStrike" u="none">
              <a:solidFill>
                <a:srgbClr val="ffffff"/>
              </a:solidFill>
              <a:effectLst/>
              <a:uFillTx/>
              <a:latin typeface="Arial"/>
            </a:endParaRPr>
          </a:p>
          <a:p>
            <a:pPr lvl="6" marL="3024000" indent="-216000">
              <a:lnSpc>
                <a:spcPct val="100000"/>
              </a:lnSpc>
              <a:spcBef>
                <a:spcPts val="283"/>
              </a:spcBef>
              <a:buClr>
                <a:srgbClr val="ffffff"/>
              </a:buClr>
              <a:buSzPct val="45000"/>
              <a:buFont typeface="Wingdings" charset="2"/>
              <a:buChar char=""/>
            </a:pPr>
            <a:r>
              <a:rPr b="0" lang="en-GB" sz="2000" strike="noStrike" u="none">
                <a:solidFill>
                  <a:srgbClr val="ffffff"/>
                </a:solidFill>
                <a:effectLst/>
                <a:uFillTx/>
                <a:latin typeface="Arial"/>
              </a:rPr>
              <a:t>Seventh Outline Level</a:t>
            </a:r>
            <a:endParaRPr b="0" lang="en-GB" sz="2000" strike="noStrike" u="none">
              <a:solidFill>
                <a:srgbClr val="ffffff"/>
              </a:solidFill>
              <a:effectLst/>
              <a:uFillTx/>
              <a:latin typeface="Arial"/>
            </a:endParaRPr>
          </a:p>
        </p:txBody>
      </p:sp>
      <p:sp>
        <p:nvSpPr>
          <p:cNvPr id="30" name="PlaceHolder 3"/>
          <p:cNvSpPr>
            <a:spLocks noGrp="1"/>
          </p:cNvSpPr>
          <p:nvPr>
            <p:ph type="dt" idx="4"/>
          </p:nvPr>
        </p:nvSpPr>
        <p:spPr>
          <a:xfrm>
            <a:off x="504000" y="5256000"/>
            <a:ext cx="1655280" cy="213840"/>
          </a:xfrm>
          <a:prstGeom prst="rect">
            <a:avLst/>
          </a:prstGeom>
          <a:noFill/>
          <a:ln w="0">
            <a:noFill/>
          </a:ln>
        </p:spPr>
        <p:txBody>
          <a:bodyPr lIns="0" rIns="0" tIns="0" bIns="0" anchor="t">
            <a:spAutoFit/>
          </a:bodyPr>
          <a:lstStyle>
            <a:lvl1pPr indent="0">
              <a:lnSpc>
                <a:spcPct val="100000"/>
              </a:lnSpc>
              <a:buNone/>
              <a:tabLst>
                <a:tab algn="l" pos="0"/>
              </a:tabLst>
              <a:defRPr b="0" lang="en-GB" sz="1400" strike="noStrike" u="none">
                <a:solidFill>
                  <a:srgbClr val="ffffff"/>
                </a:solidFill>
                <a:effectLst/>
                <a:uFillTx/>
                <a:latin typeface="Arial"/>
              </a:defRPr>
            </a:lvl1pPr>
          </a:lstStyle>
          <a:p>
            <a:pPr indent="0">
              <a:lnSpc>
                <a:spcPct val="100000"/>
              </a:lnSpc>
              <a:buNone/>
              <a:tabLst>
                <a:tab algn="l" pos="0"/>
              </a:tabLst>
            </a:pPr>
            <a:r>
              <a:rPr b="0" lang="en-GB" sz="1400" strike="noStrike" u="none">
                <a:solidFill>
                  <a:srgbClr val="ffffff"/>
                </a:solidFill>
                <a:effectLst/>
                <a:uFillTx/>
                <a:latin typeface="Arial"/>
              </a:rPr>
              <a:t>&lt;date/time&gt;</a:t>
            </a:r>
            <a:endParaRPr b="0" lang="en-GB" sz="1400" strike="noStrike" u="none">
              <a:solidFill>
                <a:srgbClr val="ffffff"/>
              </a:solidFill>
              <a:effectLst/>
              <a:uFillTx/>
              <a:latin typeface="Times New Roman"/>
            </a:endParaRPr>
          </a:p>
        </p:txBody>
      </p:sp>
      <p:sp>
        <p:nvSpPr>
          <p:cNvPr id="31" name="PlaceHolder 4"/>
          <p:cNvSpPr>
            <a:spLocks noGrp="1"/>
          </p:cNvSpPr>
          <p:nvPr>
            <p:ph type="ftr" idx="5"/>
          </p:nvPr>
        </p:nvSpPr>
        <p:spPr>
          <a:xfrm>
            <a:off x="2520000" y="5256000"/>
            <a:ext cx="4679280" cy="213840"/>
          </a:xfrm>
          <a:prstGeom prst="rect">
            <a:avLst/>
          </a:prstGeom>
          <a:noFill/>
          <a:ln w="0">
            <a:noFill/>
          </a:ln>
        </p:spPr>
        <p:txBody>
          <a:bodyPr lIns="0" rIns="0" tIns="0" bIns="0" anchor="t">
            <a:spAutoFit/>
          </a:bodyPr>
          <a:lstStyle>
            <a:lvl1pPr indent="0" algn="ctr">
              <a:lnSpc>
                <a:spcPct val="100000"/>
              </a:lnSpc>
              <a:buNone/>
              <a:tabLst>
                <a:tab algn="l" pos="0"/>
              </a:tabLst>
              <a:defRPr b="0" lang="en-GB" sz="1400" strike="noStrike" u="none">
                <a:solidFill>
                  <a:srgbClr val="ffffff"/>
                </a:solidFill>
                <a:effectLst/>
                <a:uFillTx/>
                <a:latin typeface="Arial"/>
              </a:defRPr>
            </a:lvl1pPr>
          </a:lstStyle>
          <a:p>
            <a:pPr indent="0" algn="ctr">
              <a:lnSpc>
                <a:spcPct val="100000"/>
              </a:lnSpc>
              <a:buNone/>
              <a:tabLst>
                <a:tab algn="l" pos="0"/>
              </a:tabLst>
            </a:pPr>
            <a:r>
              <a:rPr b="0" lang="en-GB" sz="1400" strike="noStrike" u="none">
                <a:solidFill>
                  <a:srgbClr val="ffffff"/>
                </a:solidFill>
                <a:effectLst/>
                <a:uFillTx/>
                <a:latin typeface="Arial"/>
              </a:rPr>
              <a:t>&lt;footer&gt;</a:t>
            </a:r>
            <a:endParaRPr b="0" lang="en-GB" sz="1400" strike="noStrike" u="none">
              <a:solidFill>
                <a:srgbClr val="ffffff"/>
              </a:solidFill>
              <a:effectLst/>
              <a:uFillTx/>
              <a:latin typeface="Times New Roman"/>
            </a:endParaRPr>
          </a:p>
        </p:txBody>
      </p:sp>
      <p:sp>
        <p:nvSpPr>
          <p:cNvPr id="32" name="PlaceHolder 5"/>
          <p:cNvSpPr>
            <a:spLocks noGrp="1"/>
          </p:cNvSpPr>
          <p:nvPr>
            <p:ph type="sldNum" idx="6"/>
          </p:nvPr>
        </p:nvSpPr>
        <p:spPr>
          <a:xfrm>
            <a:off x="7560000" y="5256000"/>
            <a:ext cx="1619280" cy="213840"/>
          </a:xfrm>
          <a:prstGeom prst="rect">
            <a:avLst/>
          </a:prstGeom>
          <a:noFill/>
          <a:ln w="0">
            <a:noFill/>
          </a:ln>
        </p:spPr>
        <p:txBody>
          <a:bodyPr lIns="0" rIns="0" tIns="0" bIns="0" anchor="t">
            <a:spAutoFit/>
          </a:bodyPr>
          <a:lstStyle>
            <a:lvl1pPr indent="0" algn="r">
              <a:lnSpc>
                <a:spcPct val="100000"/>
              </a:lnSpc>
              <a:buNone/>
              <a:tabLst>
                <a:tab algn="l" pos="0"/>
              </a:tabLst>
              <a:defRPr b="0" lang="en-GB" sz="1400" strike="noStrike" u="none">
                <a:solidFill>
                  <a:srgbClr val="ffffff"/>
                </a:solidFill>
                <a:effectLst/>
                <a:uFillTx/>
                <a:latin typeface="Arial"/>
              </a:defRPr>
            </a:lvl1pPr>
          </a:lstStyle>
          <a:p>
            <a:pPr indent="0" algn="r">
              <a:lnSpc>
                <a:spcPct val="100000"/>
              </a:lnSpc>
              <a:buNone/>
              <a:tabLst>
                <a:tab algn="l" pos="0"/>
              </a:tabLst>
            </a:pPr>
            <a:fld id="{ED2DB1D6-4586-4AA2-B4D0-D6CA901A2D4F}" type="slidenum">
              <a:rPr b="0" lang="en-GB" sz="1400" strike="noStrike" u="none">
                <a:solidFill>
                  <a:srgbClr val="ffffff"/>
                </a:solidFill>
                <a:effectLst/>
                <a:uFillTx/>
                <a:latin typeface="Arial"/>
              </a:rPr>
              <a:t>&lt;number&gt;</a:t>
            </a:fld>
            <a:endParaRPr b="0" lang="en-GB" sz="1400" strike="noStrike" u="none">
              <a:solidFill>
                <a:srgbClr val="ffffff"/>
              </a:solidFill>
              <a:effectLst/>
              <a:uFillTx/>
              <a:latin typeface="Times New Roman"/>
            </a:endParaRPr>
          </a:p>
        </p:txBody>
      </p:sp>
      <p:sp>
        <p:nvSpPr>
          <p:cNvPr id="33" name=""/>
          <p:cNvSpPr/>
          <p:nvPr/>
        </p:nvSpPr>
        <p:spPr>
          <a:xfrm>
            <a:off x="20880" y="607320"/>
            <a:ext cx="6119280" cy="17280"/>
          </a:xfrm>
          <a:prstGeom prst="roundRect">
            <a:avLst>
              <a:gd name="adj" fmla="val 50000"/>
            </a:avLst>
          </a:prstGeom>
          <a:gradFill rotWithShape="0">
            <a:gsLst>
              <a:gs pos="0">
                <a:srgbClr val="cccccc"/>
              </a:gs>
              <a:gs pos="100000">
                <a:srgbClr val="333333"/>
              </a:gs>
            </a:gsLst>
            <a:lin ang="0"/>
          </a:gradFill>
          <a:ln w="10800">
            <a:noFill/>
          </a:ln>
        </p:spPr>
        <p:style>
          <a:lnRef idx="0"/>
          <a:fillRef idx="0"/>
          <a:effectRef idx="0"/>
          <a:fontRef idx="minor"/>
        </p:style>
        <p:txBody>
          <a:bodyPr wrap="none" lIns="90000" rIns="90000" tIns="-32040" bIns="-32040" anchor="t">
            <a:noAutofit/>
          </a:bodyPr>
          <a:p>
            <a:pPr>
              <a:lnSpc>
                <a:spcPct val="100000"/>
              </a:lnSpc>
            </a:pPr>
            <a:endParaRPr b="0" lang="en-GB" sz="1800" strike="noStrike" u="none">
              <a:solidFill>
                <a:srgbClr val="ffffff"/>
              </a:solidFill>
              <a:effectLst/>
              <a:uFillTx/>
              <a:latin typeface="Arial"/>
              <a:ea typeface="DejaVu Sans"/>
            </a:endParaRPr>
          </a:p>
        </p:txBody>
      </p:sp>
      <p:sp>
        <p:nvSpPr>
          <p:cNvPr id="34" name=""/>
          <p:cNvSpPr/>
          <p:nvPr/>
        </p:nvSpPr>
        <p:spPr>
          <a:xfrm>
            <a:off x="4430520" y="840960"/>
            <a:ext cx="5673240" cy="6480"/>
          </a:xfrm>
          <a:prstGeom prst="roundRect">
            <a:avLst>
              <a:gd name="adj" fmla="val 50000"/>
            </a:avLst>
          </a:prstGeom>
          <a:gradFill rotWithShape="0">
            <a:gsLst>
              <a:gs pos="0">
                <a:srgbClr val="333333"/>
              </a:gs>
              <a:gs pos="100000">
                <a:srgbClr val="cccccc"/>
              </a:gs>
            </a:gsLst>
            <a:lin ang="0"/>
          </a:gradFill>
          <a:ln w="10800">
            <a:noFill/>
          </a:ln>
        </p:spPr>
        <p:style>
          <a:lnRef idx="0"/>
          <a:fillRef idx="0"/>
          <a:effectRef idx="0"/>
          <a:fontRef idx="minor"/>
        </p:style>
        <p:txBody>
          <a:bodyPr wrap="none" lIns="90000" rIns="90000" tIns="-39960" bIns="-39960" anchor="t">
            <a:noAutofit/>
          </a:bodyPr>
          <a:p>
            <a:pPr>
              <a:lnSpc>
                <a:spcPct val="100000"/>
              </a:lnSpc>
            </a:pPr>
            <a:endParaRPr b="0" lang="en-GB" sz="1800" strike="noStrike" u="none">
              <a:solidFill>
                <a:srgbClr val="ffffff"/>
              </a:solidFill>
              <a:effectLst/>
              <a:uFillTx/>
              <a:latin typeface="Arial"/>
              <a:ea typeface="DejaVu Sans"/>
            </a:endParaRPr>
          </a:p>
        </p:txBody>
      </p:sp>
      <p:sp>
        <p:nvSpPr>
          <p:cNvPr id="35" name=""/>
          <p:cNvSpPr/>
          <p:nvPr/>
        </p:nvSpPr>
        <p:spPr>
          <a:xfrm>
            <a:off x="9819720" y="474480"/>
            <a:ext cx="6480" cy="492480"/>
          </a:xfrm>
          <a:custGeom>
            <a:avLst/>
            <a:gdLst>
              <a:gd name="textAreaLeft" fmla="*/ 1080 w 6480"/>
              <a:gd name="textAreaRight" fmla="*/ 6120 w 6480"/>
              <a:gd name="textAreaTop" fmla="*/ 1080 h 492480"/>
              <a:gd name="textAreaBottom" fmla="*/ 492120 h 492480"/>
            </a:gdLst>
            <a:ahLst/>
            <a:cxnLst/>
            <a:rect l="textAreaLeft" t="textAreaTop" r="textAreaRight" b="textAreaBottom"/>
            <a:pathLst>
              <a:path w="21600" h="1410171">
                <a:moveTo>
                  <a:pt x="10800" y="0"/>
                </a:moveTo>
                <a:arcTo wR="10800" hR="10800" stAng="16200000" swAng="-5400000"/>
                <a:lnTo>
                  <a:pt x="0" y="1399371"/>
                </a:lnTo>
                <a:arcTo wR="10800" hR="10800" stAng="10800000" swAng="-5400000"/>
                <a:lnTo>
                  <a:pt x="10800" y="1410171"/>
                </a:lnTo>
                <a:arcTo wR="10800" hR="10800" stAng="5400000" swAng="-5400000"/>
                <a:lnTo>
                  <a:pt x="21600" y="10800"/>
                </a:lnTo>
                <a:arcTo wR="10800" hR="10800" stAng="0" swAng="-5400000"/>
                <a:close/>
              </a:path>
            </a:pathLst>
          </a:custGeom>
          <a:solidFill>
            <a:srgbClr val="cccccc"/>
          </a:solidFill>
          <a:ln w="10800">
            <a:noFill/>
          </a:ln>
        </p:spPr>
        <p:style>
          <a:lnRef idx="0"/>
          <a:fillRef idx="0"/>
          <a:effectRef idx="0"/>
          <a:fontRef idx="minor"/>
        </p:style>
        <p:txBody>
          <a:bodyPr wrap="none" lIns="90000" rIns="90000" tIns="45000" bIns="45000" anchor="t">
            <a:noAutofit/>
          </a:bodyPr>
          <a:p>
            <a:pPr>
              <a:lnSpc>
                <a:spcPct val="100000"/>
              </a:lnSpc>
            </a:pPr>
            <a:endParaRPr b="0" lang="en-GB" sz="1800" strike="noStrike" u="none">
              <a:solidFill>
                <a:srgbClr val="000000"/>
              </a:solidFill>
              <a:effectLst/>
              <a:uFillTx/>
              <a:latin typeface="Arial"/>
              <a:ea typeface="DejaVu Sans"/>
            </a:endParaRPr>
          </a:p>
        </p:txBody>
      </p:sp>
      <p:sp>
        <p:nvSpPr>
          <p:cNvPr id="36" name=""/>
          <p:cNvSpPr/>
          <p:nvPr/>
        </p:nvSpPr>
        <p:spPr>
          <a:xfrm>
            <a:off x="1900800" y="5204880"/>
            <a:ext cx="7464600" cy="6480"/>
          </a:xfrm>
          <a:prstGeom prst="roundRect">
            <a:avLst>
              <a:gd name="adj" fmla="val 50000"/>
            </a:avLst>
          </a:prstGeom>
          <a:gradFill rotWithShape="0">
            <a:gsLst>
              <a:gs pos="0">
                <a:srgbClr val="333333"/>
              </a:gs>
              <a:gs pos="100000">
                <a:srgbClr val="cccccc"/>
              </a:gs>
            </a:gsLst>
            <a:lin ang="0"/>
          </a:gradFill>
          <a:ln w="10800">
            <a:noFill/>
          </a:ln>
        </p:spPr>
        <p:style>
          <a:lnRef idx="0"/>
          <a:fillRef idx="0"/>
          <a:effectRef idx="0"/>
          <a:fontRef idx="minor"/>
        </p:style>
        <p:txBody>
          <a:bodyPr wrap="none" lIns="90000" rIns="90000" tIns="-39960" bIns="-39960" anchor="t">
            <a:noAutofit/>
          </a:bodyPr>
          <a:p>
            <a:pPr>
              <a:lnSpc>
                <a:spcPct val="100000"/>
              </a:lnSpc>
            </a:pPr>
            <a:endParaRPr b="0" lang="en-GB" sz="1800" strike="noStrike" u="none">
              <a:solidFill>
                <a:srgbClr val="ffffff"/>
              </a:solidFill>
              <a:effectLst/>
              <a:uFillTx/>
              <a:latin typeface="Arial"/>
              <a:ea typeface="DejaVu Sans"/>
            </a:endParaRPr>
          </a:p>
        </p:txBody>
      </p:sp>
      <p:sp>
        <p:nvSpPr>
          <p:cNvPr id="37" name=""/>
          <p:cNvSpPr/>
          <p:nvPr/>
        </p:nvSpPr>
        <p:spPr>
          <a:xfrm>
            <a:off x="9259920" y="4917240"/>
            <a:ext cx="6480" cy="348840"/>
          </a:xfrm>
          <a:custGeom>
            <a:avLst/>
            <a:gdLst>
              <a:gd name="textAreaLeft" fmla="*/ 1080 w 6480"/>
              <a:gd name="textAreaRight" fmla="*/ 6120 w 6480"/>
              <a:gd name="textAreaTop" fmla="*/ 1080 h 348840"/>
              <a:gd name="textAreaBottom" fmla="*/ 348480 h 348840"/>
            </a:gdLst>
            <a:ahLst/>
            <a:cxnLst/>
            <a:rect l="textAreaLeft" t="textAreaTop" r="textAreaRight" b="textAreaBottom"/>
            <a:pathLst>
              <a:path w="21600" h="999771">
                <a:moveTo>
                  <a:pt x="10800" y="0"/>
                </a:moveTo>
                <a:arcTo wR="10800" hR="10800" stAng="16200000" swAng="-5400000"/>
                <a:lnTo>
                  <a:pt x="0" y="988971"/>
                </a:lnTo>
                <a:arcTo wR="10800" hR="10800" stAng="10800000" swAng="-5400000"/>
                <a:lnTo>
                  <a:pt x="10800" y="999771"/>
                </a:lnTo>
                <a:arcTo wR="10800" hR="10800" stAng="5400000" swAng="-5400000"/>
                <a:lnTo>
                  <a:pt x="21600" y="10800"/>
                </a:lnTo>
                <a:arcTo wR="10800" hR="10800" stAng="0" swAng="-5400000"/>
                <a:close/>
              </a:path>
            </a:pathLst>
          </a:custGeom>
          <a:solidFill>
            <a:srgbClr val="cccccc"/>
          </a:solidFill>
          <a:ln w="10800">
            <a:noFill/>
          </a:ln>
        </p:spPr>
        <p:style>
          <a:lnRef idx="0"/>
          <a:fillRef idx="0"/>
          <a:effectRef idx="0"/>
          <a:fontRef idx="minor"/>
        </p:style>
        <p:txBody>
          <a:bodyPr wrap="none" lIns="90000" rIns="90000" tIns="45000" bIns="45000" anchor="t">
            <a:noAutofit/>
          </a:bodyPr>
          <a:p>
            <a:pPr>
              <a:lnSpc>
                <a:spcPct val="100000"/>
              </a:lnSpc>
            </a:pPr>
            <a:endParaRPr b="0" lang="en-GB" sz="1800" strike="noStrike" u="none">
              <a:solidFill>
                <a:srgbClr val="000000"/>
              </a:solidFill>
              <a:effectLst/>
              <a:uFillTx/>
              <a:latin typeface="Arial"/>
              <a:ea typeface="DejaVu Sans"/>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lumns">
    <p:bg>
      <p:bgPr>
        <a:solidFill>
          <a:srgbClr val="000000"/>
        </a:solidFill>
      </p:bgPr>
    </p:bg>
    <p:spTree>
      <p:nvGrpSpPr>
        <p:cNvPr id="1" name=""/>
        <p:cNvGrpSpPr/>
        <p:nvPr/>
      </p:nvGrpSpPr>
      <p:grpSpPr>
        <a:xfrm>
          <a:off x="0" y="0"/>
          <a:ext cx="0" cy="0"/>
          <a:chOff x="0" y="0"/>
          <a:chExt cx="0" cy="0"/>
        </a:xfrm>
      </p:grpSpPr>
      <p:sp>
        <p:nvSpPr>
          <p:cNvPr id="38" name="PlaceHolder 1"/>
          <p:cNvSpPr>
            <a:spLocks noGrp="1"/>
          </p:cNvSpPr>
          <p:nvPr>
            <p:ph type="title"/>
          </p:nvPr>
        </p:nvSpPr>
        <p:spPr>
          <a:xfrm>
            <a:off x="144000" y="72000"/>
            <a:ext cx="9539280" cy="647280"/>
          </a:xfrm>
          <a:prstGeom prst="rect">
            <a:avLst/>
          </a:prstGeom>
          <a:noFill/>
          <a:ln w="0">
            <a:noFill/>
          </a:ln>
        </p:spPr>
        <p:txBody>
          <a:bodyPr lIns="0" rIns="0" tIns="0" bIns="0" anchor="ctr">
            <a:noAutofit/>
          </a:bodyPr>
          <a:p>
            <a:pPr indent="0">
              <a:lnSpc>
                <a:spcPct val="100000"/>
              </a:lnSpc>
              <a:buNone/>
              <a:tabLst>
                <a:tab algn="l" pos="0"/>
              </a:tabLst>
            </a:pPr>
            <a:r>
              <a:rPr b="0" lang="en-GB" sz="4400" strike="noStrike" u="none">
                <a:solidFill>
                  <a:srgbClr val="ffffff"/>
                </a:solidFill>
                <a:effectLst/>
                <a:uFillTx/>
                <a:latin typeface="Arial"/>
              </a:rPr>
              <a:t>Click to edit the title text format</a:t>
            </a:r>
            <a:endParaRPr b="0" lang="en-GB" sz="4400" strike="noStrike" u="none">
              <a:solidFill>
                <a:srgbClr val="ffffff"/>
              </a:solidFill>
              <a:effectLst/>
              <a:uFillTx/>
              <a:latin typeface="Arial"/>
            </a:endParaRPr>
          </a:p>
        </p:txBody>
      </p:sp>
      <p:sp>
        <p:nvSpPr>
          <p:cNvPr id="39" name="PlaceHolder 2"/>
          <p:cNvSpPr>
            <a:spLocks noGrp="1"/>
          </p:cNvSpPr>
          <p:nvPr>
            <p:ph type="body"/>
          </p:nvPr>
        </p:nvSpPr>
        <p:spPr>
          <a:xfrm>
            <a:off x="504000" y="1326600"/>
            <a:ext cx="9071280" cy="3287520"/>
          </a:xfrm>
          <a:prstGeom prst="rect">
            <a:avLst/>
          </a:prstGeom>
          <a:noFill/>
          <a:ln w="0">
            <a:noFill/>
          </a:ln>
        </p:spPr>
        <p:txBody>
          <a:bodyPr lIns="0" rIns="0" tIns="0" bIns="0" anchor="t">
            <a:normAutofit/>
          </a:bodyPr>
          <a:p>
            <a:pPr marL="432000" indent="-324000">
              <a:lnSpc>
                <a:spcPct val="100000"/>
              </a:lnSpc>
              <a:spcBef>
                <a:spcPts val="1417"/>
              </a:spcBef>
              <a:buClr>
                <a:srgbClr val="ffffff"/>
              </a:buClr>
              <a:buSzPct val="45000"/>
              <a:buFont typeface="Wingdings" charset="2"/>
              <a:buChar char=""/>
            </a:pPr>
            <a:r>
              <a:rPr b="0" lang="en-GB" sz="3200" strike="noStrike" u="none">
                <a:solidFill>
                  <a:srgbClr val="ffffff"/>
                </a:solidFill>
                <a:effectLst/>
                <a:uFillTx/>
                <a:latin typeface="Arial"/>
              </a:rPr>
              <a:t>Click to edit the outline text format</a:t>
            </a:r>
            <a:endParaRPr b="0" lang="en-GB" sz="3200" strike="noStrike" u="none">
              <a:solidFill>
                <a:srgbClr val="ffffff"/>
              </a:solidFill>
              <a:effectLst/>
              <a:uFillTx/>
              <a:latin typeface="Arial"/>
            </a:endParaRPr>
          </a:p>
          <a:p>
            <a:pPr lvl="1" marL="864000" indent="-324000">
              <a:lnSpc>
                <a:spcPct val="100000"/>
              </a:lnSpc>
              <a:spcBef>
                <a:spcPts val="1134"/>
              </a:spcBef>
              <a:buClr>
                <a:srgbClr val="ffffff"/>
              </a:buClr>
              <a:buSzPct val="75000"/>
              <a:buFont typeface="Symbol" charset="2"/>
              <a:buChar char=""/>
            </a:pPr>
            <a:r>
              <a:rPr b="0" lang="en-GB" sz="2800" strike="noStrike" u="none">
                <a:solidFill>
                  <a:srgbClr val="ffffff"/>
                </a:solidFill>
                <a:effectLst/>
                <a:uFillTx/>
                <a:latin typeface="Arial"/>
              </a:rPr>
              <a:t>Second Outline Level</a:t>
            </a:r>
            <a:endParaRPr b="0" lang="en-GB" sz="2800" strike="noStrike" u="none">
              <a:solidFill>
                <a:srgbClr val="ffffff"/>
              </a:solidFill>
              <a:effectLst/>
              <a:uFillTx/>
              <a:latin typeface="Arial"/>
            </a:endParaRPr>
          </a:p>
          <a:p>
            <a:pPr lvl="2" marL="1296000" indent="-288000">
              <a:lnSpc>
                <a:spcPct val="100000"/>
              </a:lnSpc>
              <a:spcBef>
                <a:spcPts val="850"/>
              </a:spcBef>
              <a:buClr>
                <a:srgbClr val="ffffff"/>
              </a:buClr>
              <a:buSzPct val="45000"/>
              <a:buFont typeface="Wingdings" charset="2"/>
              <a:buChar char=""/>
            </a:pPr>
            <a:r>
              <a:rPr b="0" lang="en-GB" sz="2400" strike="noStrike" u="none">
                <a:solidFill>
                  <a:srgbClr val="ffffff"/>
                </a:solidFill>
                <a:effectLst/>
                <a:uFillTx/>
                <a:latin typeface="Arial"/>
              </a:rPr>
              <a:t>Third Outline Level</a:t>
            </a:r>
            <a:endParaRPr b="0" lang="en-GB" sz="2400" strike="noStrike" u="none">
              <a:solidFill>
                <a:srgbClr val="ffffff"/>
              </a:solidFill>
              <a:effectLst/>
              <a:uFillTx/>
              <a:latin typeface="Arial"/>
            </a:endParaRPr>
          </a:p>
          <a:p>
            <a:pPr lvl="3" marL="1728000" indent="-216000">
              <a:lnSpc>
                <a:spcPct val="100000"/>
              </a:lnSpc>
              <a:spcBef>
                <a:spcPts val="567"/>
              </a:spcBef>
              <a:buClr>
                <a:srgbClr val="ffffff"/>
              </a:buClr>
              <a:buSzPct val="75000"/>
              <a:buFont typeface="Symbol" charset="2"/>
              <a:buChar char=""/>
            </a:pPr>
            <a:r>
              <a:rPr b="0" lang="en-GB" sz="2000" strike="noStrike" u="none">
                <a:solidFill>
                  <a:srgbClr val="ffffff"/>
                </a:solidFill>
                <a:effectLst/>
                <a:uFillTx/>
                <a:latin typeface="Arial"/>
              </a:rPr>
              <a:t>Fourth Outline Level</a:t>
            </a:r>
            <a:endParaRPr b="0" lang="en-GB" sz="2000" strike="noStrike" u="none">
              <a:solidFill>
                <a:srgbClr val="ffffff"/>
              </a:solidFill>
              <a:effectLst/>
              <a:uFillTx/>
              <a:latin typeface="Arial"/>
            </a:endParaRPr>
          </a:p>
          <a:p>
            <a:pPr lvl="4" marL="2160000" indent="-216000">
              <a:lnSpc>
                <a:spcPct val="100000"/>
              </a:lnSpc>
              <a:spcBef>
                <a:spcPts val="283"/>
              </a:spcBef>
              <a:buClr>
                <a:srgbClr val="ffffff"/>
              </a:buClr>
              <a:buSzPct val="45000"/>
              <a:buFont typeface="Wingdings" charset="2"/>
              <a:buChar char=""/>
            </a:pPr>
            <a:r>
              <a:rPr b="0" lang="en-GB" sz="2000" strike="noStrike" u="none">
                <a:solidFill>
                  <a:srgbClr val="ffffff"/>
                </a:solidFill>
                <a:effectLst/>
                <a:uFillTx/>
                <a:latin typeface="Arial"/>
              </a:rPr>
              <a:t>Fifth Outline Level</a:t>
            </a:r>
            <a:endParaRPr b="0" lang="en-GB" sz="2000" strike="noStrike" u="none">
              <a:solidFill>
                <a:srgbClr val="ffffff"/>
              </a:solidFill>
              <a:effectLst/>
              <a:uFillTx/>
              <a:latin typeface="Arial"/>
            </a:endParaRPr>
          </a:p>
          <a:p>
            <a:pPr lvl="5" marL="2592000" indent="-216000">
              <a:lnSpc>
                <a:spcPct val="100000"/>
              </a:lnSpc>
              <a:spcBef>
                <a:spcPts val="283"/>
              </a:spcBef>
              <a:buClr>
                <a:srgbClr val="ffffff"/>
              </a:buClr>
              <a:buSzPct val="45000"/>
              <a:buFont typeface="Wingdings" charset="2"/>
              <a:buChar char=""/>
            </a:pPr>
            <a:r>
              <a:rPr b="0" lang="en-GB" sz="2000" strike="noStrike" u="none">
                <a:solidFill>
                  <a:srgbClr val="ffffff"/>
                </a:solidFill>
                <a:effectLst/>
                <a:uFillTx/>
                <a:latin typeface="Arial"/>
              </a:rPr>
              <a:t>Sixth Outline Level</a:t>
            </a:r>
            <a:endParaRPr b="0" lang="en-GB" sz="2000" strike="noStrike" u="none">
              <a:solidFill>
                <a:srgbClr val="ffffff"/>
              </a:solidFill>
              <a:effectLst/>
              <a:uFillTx/>
              <a:latin typeface="Arial"/>
            </a:endParaRPr>
          </a:p>
          <a:p>
            <a:pPr lvl="6" marL="3024000" indent="-216000">
              <a:lnSpc>
                <a:spcPct val="100000"/>
              </a:lnSpc>
              <a:spcBef>
                <a:spcPts val="283"/>
              </a:spcBef>
              <a:buClr>
                <a:srgbClr val="ffffff"/>
              </a:buClr>
              <a:buSzPct val="45000"/>
              <a:buFont typeface="Wingdings" charset="2"/>
              <a:buChar char=""/>
            </a:pPr>
            <a:r>
              <a:rPr b="0" lang="en-GB" sz="2000" strike="noStrike" u="none">
                <a:solidFill>
                  <a:srgbClr val="ffffff"/>
                </a:solidFill>
                <a:effectLst/>
                <a:uFillTx/>
                <a:latin typeface="Arial"/>
              </a:rPr>
              <a:t>Seventh Outline Level</a:t>
            </a:r>
            <a:endParaRPr b="0" lang="en-GB" sz="2000" strike="noStrike" u="none">
              <a:solidFill>
                <a:srgbClr val="ffffff"/>
              </a:solidFill>
              <a:effectLst/>
              <a:uFillTx/>
              <a:latin typeface="Arial"/>
            </a:endParaRPr>
          </a:p>
        </p:txBody>
      </p:sp>
      <p:sp>
        <p:nvSpPr>
          <p:cNvPr id="40" name="PlaceHolder 3"/>
          <p:cNvSpPr>
            <a:spLocks noGrp="1"/>
          </p:cNvSpPr>
          <p:nvPr>
            <p:ph type="dt" idx="7"/>
          </p:nvPr>
        </p:nvSpPr>
        <p:spPr>
          <a:xfrm>
            <a:off x="504000" y="5256000"/>
            <a:ext cx="1655280" cy="213840"/>
          </a:xfrm>
          <a:prstGeom prst="rect">
            <a:avLst/>
          </a:prstGeom>
          <a:noFill/>
          <a:ln w="0">
            <a:noFill/>
          </a:ln>
        </p:spPr>
        <p:txBody>
          <a:bodyPr lIns="0" rIns="0" tIns="0" bIns="0" anchor="t">
            <a:spAutoFit/>
          </a:bodyPr>
          <a:lstStyle>
            <a:lvl1pPr indent="0">
              <a:lnSpc>
                <a:spcPct val="100000"/>
              </a:lnSpc>
              <a:buNone/>
              <a:tabLst>
                <a:tab algn="l" pos="0"/>
              </a:tabLst>
              <a:defRPr b="0" lang="en-GB" sz="1400" strike="noStrike" u="none">
                <a:solidFill>
                  <a:srgbClr val="ffffff"/>
                </a:solidFill>
                <a:effectLst/>
                <a:uFillTx/>
                <a:latin typeface="Arial"/>
              </a:defRPr>
            </a:lvl1pPr>
          </a:lstStyle>
          <a:p>
            <a:pPr indent="0">
              <a:lnSpc>
                <a:spcPct val="100000"/>
              </a:lnSpc>
              <a:buNone/>
              <a:tabLst>
                <a:tab algn="l" pos="0"/>
              </a:tabLst>
            </a:pPr>
            <a:r>
              <a:rPr b="0" lang="en-GB" sz="1400" strike="noStrike" u="none">
                <a:solidFill>
                  <a:srgbClr val="ffffff"/>
                </a:solidFill>
                <a:effectLst/>
                <a:uFillTx/>
                <a:latin typeface="Arial"/>
              </a:rPr>
              <a:t>&lt;date/time&gt;</a:t>
            </a:r>
            <a:endParaRPr b="0" lang="en-GB" sz="1400" strike="noStrike" u="none">
              <a:solidFill>
                <a:srgbClr val="ffffff"/>
              </a:solidFill>
              <a:effectLst/>
              <a:uFillTx/>
              <a:latin typeface="Times New Roman"/>
            </a:endParaRPr>
          </a:p>
        </p:txBody>
      </p:sp>
      <p:sp>
        <p:nvSpPr>
          <p:cNvPr id="41" name="PlaceHolder 4"/>
          <p:cNvSpPr>
            <a:spLocks noGrp="1"/>
          </p:cNvSpPr>
          <p:nvPr>
            <p:ph type="ftr" idx="8"/>
          </p:nvPr>
        </p:nvSpPr>
        <p:spPr>
          <a:xfrm>
            <a:off x="2520000" y="5256000"/>
            <a:ext cx="4679280" cy="213840"/>
          </a:xfrm>
          <a:prstGeom prst="rect">
            <a:avLst/>
          </a:prstGeom>
          <a:noFill/>
          <a:ln w="0">
            <a:noFill/>
          </a:ln>
        </p:spPr>
        <p:txBody>
          <a:bodyPr lIns="0" rIns="0" tIns="0" bIns="0" anchor="t">
            <a:spAutoFit/>
          </a:bodyPr>
          <a:lstStyle>
            <a:lvl1pPr indent="0" algn="ctr">
              <a:lnSpc>
                <a:spcPct val="100000"/>
              </a:lnSpc>
              <a:buNone/>
              <a:tabLst>
                <a:tab algn="l" pos="0"/>
              </a:tabLst>
              <a:defRPr b="0" lang="en-GB" sz="1400" strike="noStrike" u="none">
                <a:solidFill>
                  <a:srgbClr val="ffffff"/>
                </a:solidFill>
                <a:effectLst/>
                <a:uFillTx/>
                <a:latin typeface="Arial"/>
              </a:defRPr>
            </a:lvl1pPr>
          </a:lstStyle>
          <a:p>
            <a:pPr indent="0" algn="ctr">
              <a:lnSpc>
                <a:spcPct val="100000"/>
              </a:lnSpc>
              <a:buNone/>
              <a:tabLst>
                <a:tab algn="l" pos="0"/>
              </a:tabLst>
            </a:pPr>
            <a:r>
              <a:rPr b="0" lang="en-GB" sz="1400" strike="noStrike" u="none">
                <a:solidFill>
                  <a:srgbClr val="ffffff"/>
                </a:solidFill>
                <a:effectLst/>
                <a:uFillTx/>
                <a:latin typeface="Arial"/>
              </a:rPr>
              <a:t>&lt;footer&gt;</a:t>
            </a:r>
            <a:endParaRPr b="0" lang="en-GB" sz="1400" strike="noStrike" u="none">
              <a:solidFill>
                <a:srgbClr val="ffffff"/>
              </a:solidFill>
              <a:effectLst/>
              <a:uFillTx/>
              <a:latin typeface="Times New Roman"/>
            </a:endParaRPr>
          </a:p>
        </p:txBody>
      </p:sp>
      <p:sp>
        <p:nvSpPr>
          <p:cNvPr id="42" name="PlaceHolder 5"/>
          <p:cNvSpPr>
            <a:spLocks noGrp="1"/>
          </p:cNvSpPr>
          <p:nvPr>
            <p:ph type="sldNum" idx="9"/>
          </p:nvPr>
        </p:nvSpPr>
        <p:spPr>
          <a:xfrm>
            <a:off x="7560000" y="5256000"/>
            <a:ext cx="1619280" cy="213840"/>
          </a:xfrm>
          <a:prstGeom prst="rect">
            <a:avLst/>
          </a:prstGeom>
          <a:noFill/>
          <a:ln w="0">
            <a:noFill/>
          </a:ln>
        </p:spPr>
        <p:txBody>
          <a:bodyPr lIns="0" rIns="0" tIns="0" bIns="0" anchor="t">
            <a:spAutoFit/>
          </a:bodyPr>
          <a:lstStyle>
            <a:lvl1pPr indent="0" algn="r">
              <a:lnSpc>
                <a:spcPct val="100000"/>
              </a:lnSpc>
              <a:buNone/>
              <a:tabLst>
                <a:tab algn="l" pos="0"/>
              </a:tabLst>
              <a:defRPr b="0" lang="en-GB" sz="1400" strike="noStrike" u="none">
                <a:solidFill>
                  <a:srgbClr val="ffffff"/>
                </a:solidFill>
                <a:effectLst/>
                <a:uFillTx/>
                <a:latin typeface="Arial"/>
              </a:defRPr>
            </a:lvl1pPr>
          </a:lstStyle>
          <a:p>
            <a:pPr indent="0" algn="r">
              <a:lnSpc>
                <a:spcPct val="100000"/>
              </a:lnSpc>
              <a:buNone/>
              <a:tabLst>
                <a:tab algn="l" pos="0"/>
              </a:tabLst>
            </a:pPr>
            <a:fld id="{E057A80D-17F6-47AD-840F-69924835743A}" type="slidenum">
              <a:rPr b="0" lang="en-GB" sz="1400" strike="noStrike" u="none">
                <a:solidFill>
                  <a:srgbClr val="ffffff"/>
                </a:solidFill>
                <a:effectLst/>
                <a:uFillTx/>
                <a:latin typeface="Arial"/>
              </a:rPr>
              <a:t>&lt;number&gt;</a:t>
            </a:fld>
            <a:endParaRPr b="0" lang="en-GB" sz="1400" strike="noStrike" u="none">
              <a:solidFill>
                <a:srgbClr val="ffffff"/>
              </a:solidFill>
              <a:effectLst/>
              <a:uFillTx/>
              <a:latin typeface="Times New Roman"/>
            </a:endParaRPr>
          </a:p>
        </p:txBody>
      </p:sp>
      <p:sp>
        <p:nvSpPr>
          <p:cNvPr id="43" name=""/>
          <p:cNvSpPr/>
          <p:nvPr/>
        </p:nvSpPr>
        <p:spPr>
          <a:xfrm>
            <a:off x="20880" y="607320"/>
            <a:ext cx="6119280" cy="17280"/>
          </a:xfrm>
          <a:prstGeom prst="roundRect">
            <a:avLst>
              <a:gd name="adj" fmla="val 50000"/>
            </a:avLst>
          </a:prstGeom>
          <a:gradFill rotWithShape="0">
            <a:gsLst>
              <a:gs pos="0">
                <a:srgbClr val="cccccc"/>
              </a:gs>
              <a:gs pos="100000">
                <a:srgbClr val="333333"/>
              </a:gs>
            </a:gsLst>
            <a:lin ang="0"/>
          </a:gradFill>
          <a:ln w="10800">
            <a:noFill/>
          </a:ln>
        </p:spPr>
        <p:style>
          <a:lnRef idx="0"/>
          <a:fillRef idx="0"/>
          <a:effectRef idx="0"/>
          <a:fontRef idx="minor"/>
        </p:style>
        <p:txBody>
          <a:bodyPr wrap="none" lIns="90000" rIns="90000" tIns="-32040" bIns="-32040" anchor="t">
            <a:noAutofit/>
          </a:bodyPr>
          <a:p>
            <a:pPr>
              <a:lnSpc>
                <a:spcPct val="100000"/>
              </a:lnSpc>
            </a:pPr>
            <a:endParaRPr b="0" lang="en-GB" sz="1800" strike="noStrike" u="none">
              <a:solidFill>
                <a:srgbClr val="ffffff"/>
              </a:solidFill>
              <a:effectLst/>
              <a:uFillTx/>
              <a:latin typeface="Arial"/>
              <a:ea typeface="DejaVu Sans"/>
            </a:endParaRPr>
          </a:p>
        </p:txBody>
      </p:sp>
      <p:sp>
        <p:nvSpPr>
          <p:cNvPr id="44" name=""/>
          <p:cNvSpPr/>
          <p:nvPr/>
        </p:nvSpPr>
        <p:spPr>
          <a:xfrm>
            <a:off x="4430520" y="840960"/>
            <a:ext cx="5673240" cy="6480"/>
          </a:xfrm>
          <a:prstGeom prst="roundRect">
            <a:avLst>
              <a:gd name="adj" fmla="val 50000"/>
            </a:avLst>
          </a:prstGeom>
          <a:gradFill rotWithShape="0">
            <a:gsLst>
              <a:gs pos="0">
                <a:srgbClr val="333333"/>
              </a:gs>
              <a:gs pos="100000">
                <a:srgbClr val="cccccc"/>
              </a:gs>
            </a:gsLst>
            <a:lin ang="0"/>
          </a:gradFill>
          <a:ln w="10800">
            <a:noFill/>
          </a:ln>
        </p:spPr>
        <p:style>
          <a:lnRef idx="0"/>
          <a:fillRef idx="0"/>
          <a:effectRef idx="0"/>
          <a:fontRef idx="minor"/>
        </p:style>
        <p:txBody>
          <a:bodyPr wrap="none" lIns="90000" rIns="90000" tIns="-39960" bIns="-39960" anchor="t">
            <a:noAutofit/>
          </a:bodyPr>
          <a:p>
            <a:pPr>
              <a:lnSpc>
                <a:spcPct val="100000"/>
              </a:lnSpc>
            </a:pPr>
            <a:endParaRPr b="0" lang="en-GB" sz="1800" strike="noStrike" u="none">
              <a:solidFill>
                <a:srgbClr val="ffffff"/>
              </a:solidFill>
              <a:effectLst/>
              <a:uFillTx/>
              <a:latin typeface="Arial"/>
              <a:ea typeface="DejaVu Sans"/>
            </a:endParaRPr>
          </a:p>
        </p:txBody>
      </p:sp>
      <p:sp>
        <p:nvSpPr>
          <p:cNvPr id="45" name=""/>
          <p:cNvSpPr/>
          <p:nvPr/>
        </p:nvSpPr>
        <p:spPr>
          <a:xfrm>
            <a:off x="9819720" y="474480"/>
            <a:ext cx="6480" cy="492480"/>
          </a:xfrm>
          <a:custGeom>
            <a:avLst/>
            <a:gdLst>
              <a:gd name="textAreaLeft" fmla="*/ 1080 w 6480"/>
              <a:gd name="textAreaRight" fmla="*/ 6120 w 6480"/>
              <a:gd name="textAreaTop" fmla="*/ 1080 h 492480"/>
              <a:gd name="textAreaBottom" fmla="*/ 492120 h 492480"/>
            </a:gdLst>
            <a:ahLst/>
            <a:cxnLst/>
            <a:rect l="textAreaLeft" t="textAreaTop" r="textAreaRight" b="textAreaBottom"/>
            <a:pathLst>
              <a:path w="21600" h="1410171">
                <a:moveTo>
                  <a:pt x="10800" y="0"/>
                </a:moveTo>
                <a:arcTo wR="10800" hR="10800" stAng="16200000" swAng="-5400000"/>
                <a:lnTo>
                  <a:pt x="0" y="1399371"/>
                </a:lnTo>
                <a:arcTo wR="10800" hR="10800" stAng="10800000" swAng="-5400000"/>
                <a:lnTo>
                  <a:pt x="10800" y="1410171"/>
                </a:lnTo>
                <a:arcTo wR="10800" hR="10800" stAng="5400000" swAng="-5400000"/>
                <a:lnTo>
                  <a:pt x="21600" y="10800"/>
                </a:lnTo>
                <a:arcTo wR="10800" hR="10800" stAng="0" swAng="-5400000"/>
                <a:close/>
              </a:path>
            </a:pathLst>
          </a:custGeom>
          <a:solidFill>
            <a:srgbClr val="cccccc"/>
          </a:solidFill>
          <a:ln w="10800">
            <a:noFill/>
          </a:ln>
        </p:spPr>
        <p:style>
          <a:lnRef idx="0"/>
          <a:fillRef idx="0"/>
          <a:effectRef idx="0"/>
          <a:fontRef idx="minor"/>
        </p:style>
        <p:txBody>
          <a:bodyPr wrap="none" lIns="90000" rIns="90000" tIns="45000" bIns="45000" anchor="t">
            <a:noAutofit/>
          </a:bodyPr>
          <a:p>
            <a:pPr>
              <a:lnSpc>
                <a:spcPct val="100000"/>
              </a:lnSpc>
            </a:pPr>
            <a:endParaRPr b="0" lang="en-GB" sz="1800" strike="noStrike" u="none">
              <a:solidFill>
                <a:srgbClr val="000000"/>
              </a:solidFill>
              <a:effectLst/>
              <a:uFillTx/>
              <a:latin typeface="Arial"/>
              <a:ea typeface="DejaVu Sans"/>
            </a:endParaRPr>
          </a:p>
        </p:txBody>
      </p:sp>
      <p:sp>
        <p:nvSpPr>
          <p:cNvPr id="46" name=""/>
          <p:cNvSpPr/>
          <p:nvPr/>
        </p:nvSpPr>
        <p:spPr>
          <a:xfrm>
            <a:off x="5644080" y="5194800"/>
            <a:ext cx="3721320" cy="6480"/>
          </a:xfrm>
          <a:prstGeom prst="roundRect">
            <a:avLst>
              <a:gd name="adj" fmla="val 50000"/>
            </a:avLst>
          </a:prstGeom>
          <a:gradFill rotWithShape="0">
            <a:gsLst>
              <a:gs pos="0">
                <a:srgbClr val="333333"/>
              </a:gs>
              <a:gs pos="100000">
                <a:srgbClr val="cccccc"/>
              </a:gs>
            </a:gsLst>
            <a:lin ang="0"/>
          </a:gradFill>
          <a:ln w="10800">
            <a:noFill/>
          </a:ln>
        </p:spPr>
        <p:style>
          <a:lnRef idx="0"/>
          <a:fillRef idx="0"/>
          <a:effectRef idx="0"/>
          <a:fontRef idx="minor"/>
        </p:style>
        <p:txBody>
          <a:bodyPr wrap="none" lIns="90000" rIns="90000" tIns="-39960" bIns="-39960" anchor="t">
            <a:noAutofit/>
          </a:bodyPr>
          <a:p>
            <a:pPr>
              <a:lnSpc>
                <a:spcPct val="100000"/>
              </a:lnSpc>
            </a:pPr>
            <a:endParaRPr b="0" lang="en-GB" sz="1800" strike="noStrike" u="none">
              <a:solidFill>
                <a:srgbClr val="ffffff"/>
              </a:solidFill>
              <a:effectLst/>
              <a:uFillTx/>
              <a:latin typeface="Arial"/>
              <a:ea typeface="DejaVu Sans"/>
            </a:endParaRPr>
          </a:p>
        </p:txBody>
      </p:sp>
      <p:sp>
        <p:nvSpPr>
          <p:cNvPr id="47" name=""/>
          <p:cNvSpPr/>
          <p:nvPr/>
        </p:nvSpPr>
        <p:spPr>
          <a:xfrm>
            <a:off x="9259920" y="4917240"/>
            <a:ext cx="6480" cy="348840"/>
          </a:xfrm>
          <a:custGeom>
            <a:avLst/>
            <a:gdLst>
              <a:gd name="textAreaLeft" fmla="*/ 1080 w 6480"/>
              <a:gd name="textAreaRight" fmla="*/ 6120 w 6480"/>
              <a:gd name="textAreaTop" fmla="*/ 1080 h 348840"/>
              <a:gd name="textAreaBottom" fmla="*/ 348480 h 348840"/>
            </a:gdLst>
            <a:ahLst/>
            <a:cxnLst/>
            <a:rect l="textAreaLeft" t="textAreaTop" r="textAreaRight" b="textAreaBottom"/>
            <a:pathLst>
              <a:path w="21600" h="999771">
                <a:moveTo>
                  <a:pt x="10800" y="0"/>
                </a:moveTo>
                <a:arcTo wR="10800" hR="10800" stAng="16200000" swAng="-5400000"/>
                <a:lnTo>
                  <a:pt x="0" y="988971"/>
                </a:lnTo>
                <a:arcTo wR="10800" hR="10800" stAng="10800000" swAng="-5400000"/>
                <a:lnTo>
                  <a:pt x="10800" y="999771"/>
                </a:lnTo>
                <a:arcTo wR="10800" hR="10800" stAng="5400000" swAng="-5400000"/>
                <a:lnTo>
                  <a:pt x="21600" y="10800"/>
                </a:lnTo>
                <a:arcTo wR="10800" hR="10800" stAng="0" swAng="-5400000"/>
                <a:close/>
              </a:path>
            </a:pathLst>
          </a:custGeom>
          <a:solidFill>
            <a:srgbClr val="cccccc"/>
          </a:solidFill>
          <a:ln w="10800">
            <a:noFill/>
          </a:ln>
        </p:spPr>
        <p:style>
          <a:lnRef idx="0"/>
          <a:fillRef idx="0"/>
          <a:effectRef idx="0"/>
          <a:fontRef idx="minor"/>
        </p:style>
        <p:txBody>
          <a:bodyPr wrap="none" lIns="90000" rIns="90000" tIns="45000" bIns="45000" anchor="t">
            <a:noAutofit/>
          </a:bodyPr>
          <a:p>
            <a:pPr>
              <a:lnSpc>
                <a:spcPct val="100000"/>
              </a:lnSpc>
            </a:pPr>
            <a:endParaRPr b="0" lang="en-GB" sz="1800" strike="noStrike" u="none">
              <a:solidFill>
                <a:srgbClr val="000000"/>
              </a:solidFill>
              <a:effectLst/>
              <a:uFillTx/>
              <a:latin typeface="Arial"/>
              <a:ea typeface="DejaVu Sans"/>
            </a:endParaRPr>
          </a:p>
        </p:txBody>
      </p:sp>
      <p:sp>
        <p:nvSpPr>
          <p:cNvPr id="48" name=""/>
          <p:cNvSpPr/>
          <p:nvPr/>
        </p:nvSpPr>
        <p:spPr>
          <a:xfrm>
            <a:off x="974160" y="5194440"/>
            <a:ext cx="3721320" cy="6480"/>
          </a:xfrm>
          <a:prstGeom prst="roundRect">
            <a:avLst>
              <a:gd name="adj" fmla="val 50000"/>
            </a:avLst>
          </a:prstGeom>
          <a:gradFill rotWithShape="0">
            <a:gsLst>
              <a:gs pos="0">
                <a:srgbClr val="333333"/>
              </a:gs>
              <a:gs pos="100000">
                <a:srgbClr val="cccccc"/>
              </a:gs>
            </a:gsLst>
            <a:lin ang="0"/>
          </a:gradFill>
          <a:ln w="10800">
            <a:noFill/>
          </a:ln>
        </p:spPr>
        <p:style>
          <a:lnRef idx="0"/>
          <a:fillRef idx="0"/>
          <a:effectRef idx="0"/>
          <a:fontRef idx="minor"/>
        </p:style>
        <p:txBody>
          <a:bodyPr wrap="none" lIns="90000" rIns="90000" tIns="-39960" bIns="-39960" anchor="t">
            <a:noAutofit/>
          </a:bodyPr>
          <a:p>
            <a:pPr>
              <a:lnSpc>
                <a:spcPct val="100000"/>
              </a:lnSpc>
            </a:pPr>
            <a:endParaRPr b="0" lang="en-GB" sz="1800" strike="noStrike" u="none">
              <a:solidFill>
                <a:srgbClr val="ffffff"/>
              </a:solidFill>
              <a:effectLst/>
              <a:uFillTx/>
              <a:latin typeface="Arial"/>
              <a:ea typeface="DejaVu Sans"/>
            </a:endParaRPr>
          </a:p>
        </p:txBody>
      </p:sp>
      <p:sp>
        <p:nvSpPr>
          <p:cNvPr id="49" name=""/>
          <p:cNvSpPr/>
          <p:nvPr/>
        </p:nvSpPr>
        <p:spPr>
          <a:xfrm>
            <a:off x="4590000" y="4914000"/>
            <a:ext cx="6480" cy="348840"/>
          </a:xfrm>
          <a:custGeom>
            <a:avLst/>
            <a:gdLst>
              <a:gd name="textAreaLeft" fmla="*/ 1080 w 6480"/>
              <a:gd name="textAreaRight" fmla="*/ 6120 w 6480"/>
              <a:gd name="textAreaTop" fmla="*/ 1080 h 348840"/>
              <a:gd name="textAreaBottom" fmla="*/ 348480 h 348840"/>
            </a:gdLst>
            <a:ahLst/>
            <a:cxnLst/>
            <a:rect l="textAreaLeft" t="textAreaTop" r="textAreaRight" b="textAreaBottom"/>
            <a:pathLst>
              <a:path w="21600" h="999771">
                <a:moveTo>
                  <a:pt x="10800" y="0"/>
                </a:moveTo>
                <a:arcTo wR="10800" hR="10800" stAng="16200000" swAng="-5400000"/>
                <a:lnTo>
                  <a:pt x="0" y="988971"/>
                </a:lnTo>
                <a:arcTo wR="10800" hR="10800" stAng="10800000" swAng="-5400000"/>
                <a:lnTo>
                  <a:pt x="10800" y="999771"/>
                </a:lnTo>
                <a:arcTo wR="10800" hR="10800" stAng="5400000" swAng="-5400000"/>
                <a:lnTo>
                  <a:pt x="21600" y="10800"/>
                </a:lnTo>
                <a:arcTo wR="10800" hR="10800" stAng="0" swAng="-5400000"/>
                <a:close/>
              </a:path>
            </a:pathLst>
          </a:custGeom>
          <a:solidFill>
            <a:srgbClr val="cccccc"/>
          </a:solidFill>
          <a:ln w="10800">
            <a:noFill/>
          </a:ln>
        </p:spPr>
        <p:style>
          <a:lnRef idx="0"/>
          <a:fillRef idx="0"/>
          <a:effectRef idx="0"/>
          <a:fontRef idx="minor"/>
        </p:style>
        <p:txBody>
          <a:bodyPr wrap="none" lIns="90000" rIns="90000" tIns="45000" bIns="45000" anchor="t">
            <a:noAutofit/>
          </a:bodyPr>
          <a:p>
            <a:pPr>
              <a:lnSpc>
                <a:spcPct val="100000"/>
              </a:lnSpc>
            </a:pPr>
            <a:endParaRPr b="0" lang="en-GB" sz="1800" strike="noStrike" u="none">
              <a:solidFill>
                <a:srgbClr val="000000"/>
              </a:solidFill>
              <a:effectLst/>
              <a:uFillTx/>
              <a:latin typeface="Arial"/>
              <a:ea typeface="DejaVu Sans"/>
            </a:endParaRPr>
          </a:p>
        </p:txBody>
      </p:sp>
      <p:sp>
        <p:nvSpPr>
          <p:cNvPr id="50" name=""/>
          <p:cNvSpPr/>
          <p:nvPr/>
        </p:nvSpPr>
        <p:spPr>
          <a:xfrm>
            <a:off x="5055480" y="1037160"/>
            <a:ext cx="10080" cy="3700080"/>
          </a:xfrm>
          <a:custGeom>
            <a:avLst/>
            <a:gdLst>
              <a:gd name="textAreaLeft" fmla="*/ 1440 w 10080"/>
              <a:gd name="textAreaRight" fmla="*/ 9360 w 10080"/>
              <a:gd name="textAreaTop" fmla="*/ 1440 h 3700080"/>
              <a:gd name="textAreaBottom" fmla="*/ 3699360 h 3700080"/>
            </a:gdLst>
            <a:ahLst/>
            <a:cxnLst/>
            <a:rect l="textAreaLeft" t="textAreaTop" r="textAreaRight" b="textAreaBottom"/>
            <a:pathLst>
              <a:path w="21600" h="7163535">
                <a:moveTo>
                  <a:pt x="10800" y="0"/>
                </a:moveTo>
                <a:arcTo wR="10800" hR="10800" stAng="16200000" swAng="-5400000"/>
                <a:lnTo>
                  <a:pt x="0" y="7152735"/>
                </a:lnTo>
                <a:arcTo wR="10800" hR="10800" stAng="10800000" swAng="-5400000"/>
                <a:lnTo>
                  <a:pt x="10800" y="7163535"/>
                </a:lnTo>
                <a:arcTo wR="10800" hR="10800" stAng="5400000" swAng="-5400000"/>
                <a:lnTo>
                  <a:pt x="21600" y="10800"/>
                </a:lnTo>
                <a:arcTo wR="10800" hR="10800" stAng="0" swAng="-5400000"/>
                <a:close/>
              </a:path>
            </a:pathLst>
          </a:custGeom>
          <a:gradFill rotWithShape="0">
            <a:gsLst>
              <a:gs pos="0">
                <a:srgbClr val="111111"/>
              </a:gs>
              <a:gs pos="50000">
                <a:srgbClr val="cccccc"/>
              </a:gs>
              <a:gs pos="100000">
                <a:srgbClr val="111111"/>
              </a:gs>
            </a:gsLst>
            <a:lin ang="5400000"/>
          </a:gradFill>
          <a:ln w="10800">
            <a:noFill/>
          </a:ln>
        </p:spPr>
        <p:style>
          <a:lnRef idx="0"/>
          <a:fillRef idx="0"/>
          <a:effectRef idx="0"/>
          <a:fontRef idx="minor"/>
        </p:style>
        <p:txBody>
          <a:bodyPr wrap="none" lIns="90000" rIns="90000" tIns="45000" bIns="45000" anchor="t">
            <a:noAutofit/>
          </a:bodyPr>
          <a:p>
            <a:pPr>
              <a:lnSpc>
                <a:spcPct val="100000"/>
              </a:lnSpc>
            </a:pPr>
            <a:endParaRPr b="0" lang="en-GB" sz="1800" strike="noStrike" u="none">
              <a:solidFill>
                <a:srgbClr val="ffffff"/>
              </a:solidFill>
              <a:effectLst/>
              <a:uFillTx/>
              <a:latin typeface="Arial"/>
              <a:ea typeface="DejaVu Sans"/>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One Column_">
    <p:bg>
      <p:bgPr>
        <a:solidFill>
          <a:srgbClr val="000000"/>
        </a:solidFill>
      </p:bgPr>
    </p:bg>
    <p:spTree>
      <p:nvGrpSpPr>
        <p:cNvPr id="1" name=""/>
        <p:cNvGrpSpPr/>
        <p:nvPr/>
      </p:nvGrpSpPr>
      <p:grpSpPr>
        <a:xfrm>
          <a:off x="0" y="0"/>
          <a:ext cx="0" cy="0"/>
          <a:chOff x="0" y="0"/>
          <a:chExt cx="0" cy="0"/>
        </a:xfrm>
      </p:grpSpPr>
      <p:sp>
        <p:nvSpPr>
          <p:cNvPr id="51" name="PlaceHolder 1"/>
          <p:cNvSpPr>
            <a:spLocks noGrp="1"/>
          </p:cNvSpPr>
          <p:nvPr>
            <p:ph type="title"/>
          </p:nvPr>
        </p:nvSpPr>
        <p:spPr>
          <a:xfrm>
            <a:off x="144000" y="72000"/>
            <a:ext cx="9539280" cy="647280"/>
          </a:xfrm>
          <a:prstGeom prst="rect">
            <a:avLst/>
          </a:prstGeom>
          <a:noFill/>
          <a:ln w="0">
            <a:noFill/>
          </a:ln>
        </p:spPr>
        <p:txBody>
          <a:bodyPr lIns="0" rIns="0" tIns="0" bIns="0" anchor="ctr">
            <a:noAutofit/>
          </a:bodyPr>
          <a:p>
            <a:pPr indent="0">
              <a:lnSpc>
                <a:spcPct val="100000"/>
              </a:lnSpc>
              <a:buNone/>
              <a:tabLst>
                <a:tab algn="l" pos="0"/>
              </a:tabLst>
            </a:pPr>
            <a:r>
              <a:rPr b="0" lang="en-GB" sz="4400" strike="noStrike" u="none">
                <a:solidFill>
                  <a:srgbClr val="ffffff"/>
                </a:solidFill>
                <a:effectLst/>
                <a:uFillTx/>
                <a:latin typeface="Arial"/>
              </a:rPr>
              <a:t>Click to edit the title text format</a:t>
            </a:r>
            <a:endParaRPr b="0" lang="en-GB" sz="4400" strike="noStrike" u="none">
              <a:solidFill>
                <a:srgbClr val="ffffff"/>
              </a:solidFill>
              <a:effectLst/>
              <a:uFillTx/>
              <a:latin typeface="Arial"/>
            </a:endParaRPr>
          </a:p>
        </p:txBody>
      </p:sp>
      <p:sp>
        <p:nvSpPr>
          <p:cNvPr id="52" name="PlaceHolder 2"/>
          <p:cNvSpPr>
            <a:spLocks noGrp="1"/>
          </p:cNvSpPr>
          <p:nvPr>
            <p:ph type="body"/>
          </p:nvPr>
        </p:nvSpPr>
        <p:spPr>
          <a:xfrm>
            <a:off x="504000" y="1326600"/>
            <a:ext cx="9071280" cy="3287520"/>
          </a:xfrm>
          <a:prstGeom prst="rect">
            <a:avLst/>
          </a:prstGeom>
          <a:noFill/>
          <a:ln w="0">
            <a:noFill/>
          </a:ln>
        </p:spPr>
        <p:txBody>
          <a:bodyPr lIns="0" rIns="0" tIns="0" bIns="0" anchor="t">
            <a:normAutofit/>
          </a:bodyPr>
          <a:p>
            <a:pPr marL="432000" indent="-324000">
              <a:lnSpc>
                <a:spcPct val="100000"/>
              </a:lnSpc>
              <a:spcBef>
                <a:spcPts val="1417"/>
              </a:spcBef>
              <a:buClr>
                <a:srgbClr val="ffffff"/>
              </a:buClr>
              <a:buSzPct val="45000"/>
              <a:buFont typeface="Wingdings" charset="2"/>
              <a:buChar char=""/>
            </a:pPr>
            <a:r>
              <a:rPr b="0" lang="en-GB" sz="3200" strike="noStrike" u="none">
                <a:solidFill>
                  <a:srgbClr val="ffffff"/>
                </a:solidFill>
                <a:effectLst/>
                <a:uFillTx/>
                <a:latin typeface="Arial"/>
              </a:rPr>
              <a:t>Click to edit the outline text format</a:t>
            </a:r>
            <a:endParaRPr b="0" lang="en-GB" sz="3200" strike="noStrike" u="none">
              <a:solidFill>
                <a:srgbClr val="ffffff"/>
              </a:solidFill>
              <a:effectLst/>
              <a:uFillTx/>
              <a:latin typeface="Arial"/>
            </a:endParaRPr>
          </a:p>
          <a:p>
            <a:pPr lvl="1" marL="864000" indent="-324000">
              <a:lnSpc>
                <a:spcPct val="100000"/>
              </a:lnSpc>
              <a:spcBef>
                <a:spcPts val="1134"/>
              </a:spcBef>
              <a:buClr>
                <a:srgbClr val="ffffff"/>
              </a:buClr>
              <a:buSzPct val="75000"/>
              <a:buFont typeface="Symbol" charset="2"/>
              <a:buChar char=""/>
            </a:pPr>
            <a:r>
              <a:rPr b="0" lang="en-GB" sz="2800" strike="noStrike" u="none">
                <a:solidFill>
                  <a:srgbClr val="ffffff"/>
                </a:solidFill>
                <a:effectLst/>
                <a:uFillTx/>
                <a:latin typeface="Arial"/>
              </a:rPr>
              <a:t>Second Outline Level</a:t>
            </a:r>
            <a:endParaRPr b="0" lang="en-GB" sz="2800" strike="noStrike" u="none">
              <a:solidFill>
                <a:srgbClr val="ffffff"/>
              </a:solidFill>
              <a:effectLst/>
              <a:uFillTx/>
              <a:latin typeface="Arial"/>
            </a:endParaRPr>
          </a:p>
          <a:p>
            <a:pPr lvl="2" marL="1296000" indent="-288000">
              <a:lnSpc>
                <a:spcPct val="100000"/>
              </a:lnSpc>
              <a:spcBef>
                <a:spcPts val="850"/>
              </a:spcBef>
              <a:buClr>
                <a:srgbClr val="ffffff"/>
              </a:buClr>
              <a:buSzPct val="45000"/>
              <a:buFont typeface="Wingdings" charset="2"/>
              <a:buChar char=""/>
            </a:pPr>
            <a:r>
              <a:rPr b="0" lang="en-GB" sz="2400" strike="noStrike" u="none">
                <a:solidFill>
                  <a:srgbClr val="ffffff"/>
                </a:solidFill>
                <a:effectLst/>
                <a:uFillTx/>
                <a:latin typeface="Arial"/>
              </a:rPr>
              <a:t>Third Outline Level</a:t>
            </a:r>
            <a:endParaRPr b="0" lang="en-GB" sz="2400" strike="noStrike" u="none">
              <a:solidFill>
                <a:srgbClr val="ffffff"/>
              </a:solidFill>
              <a:effectLst/>
              <a:uFillTx/>
              <a:latin typeface="Arial"/>
            </a:endParaRPr>
          </a:p>
          <a:p>
            <a:pPr lvl="3" marL="1728000" indent="-216000">
              <a:lnSpc>
                <a:spcPct val="100000"/>
              </a:lnSpc>
              <a:spcBef>
                <a:spcPts val="567"/>
              </a:spcBef>
              <a:buClr>
                <a:srgbClr val="ffffff"/>
              </a:buClr>
              <a:buSzPct val="75000"/>
              <a:buFont typeface="Symbol" charset="2"/>
              <a:buChar char=""/>
            </a:pPr>
            <a:r>
              <a:rPr b="0" lang="en-GB" sz="2000" strike="noStrike" u="none">
                <a:solidFill>
                  <a:srgbClr val="ffffff"/>
                </a:solidFill>
                <a:effectLst/>
                <a:uFillTx/>
                <a:latin typeface="Arial"/>
              </a:rPr>
              <a:t>Fourth Outline Level</a:t>
            </a:r>
            <a:endParaRPr b="0" lang="en-GB" sz="2000" strike="noStrike" u="none">
              <a:solidFill>
                <a:srgbClr val="ffffff"/>
              </a:solidFill>
              <a:effectLst/>
              <a:uFillTx/>
              <a:latin typeface="Arial"/>
            </a:endParaRPr>
          </a:p>
          <a:p>
            <a:pPr lvl="4" marL="2160000" indent="-216000">
              <a:lnSpc>
                <a:spcPct val="100000"/>
              </a:lnSpc>
              <a:spcBef>
                <a:spcPts val="283"/>
              </a:spcBef>
              <a:buClr>
                <a:srgbClr val="ffffff"/>
              </a:buClr>
              <a:buSzPct val="45000"/>
              <a:buFont typeface="Wingdings" charset="2"/>
              <a:buChar char=""/>
            </a:pPr>
            <a:r>
              <a:rPr b="0" lang="en-GB" sz="2000" strike="noStrike" u="none">
                <a:solidFill>
                  <a:srgbClr val="ffffff"/>
                </a:solidFill>
                <a:effectLst/>
                <a:uFillTx/>
                <a:latin typeface="Arial"/>
              </a:rPr>
              <a:t>Fifth Outline Level</a:t>
            </a:r>
            <a:endParaRPr b="0" lang="en-GB" sz="2000" strike="noStrike" u="none">
              <a:solidFill>
                <a:srgbClr val="ffffff"/>
              </a:solidFill>
              <a:effectLst/>
              <a:uFillTx/>
              <a:latin typeface="Arial"/>
            </a:endParaRPr>
          </a:p>
          <a:p>
            <a:pPr lvl="5" marL="2592000" indent="-216000">
              <a:lnSpc>
                <a:spcPct val="100000"/>
              </a:lnSpc>
              <a:spcBef>
                <a:spcPts val="283"/>
              </a:spcBef>
              <a:buClr>
                <a:srgbClr val="ffffff"/>
              </a:buClr>
              <a:buSzPct val="45000"/>
              <a:buFont typeface="Wingdings" charset="2"/>
              <a:buChar char=""/>
            </a:pPr>
            <a:r>
              <a:rPr b="0" lang="en-GB" sz="2000" strike="noStrike" u="none">
                <a:solidFill>
                  <a:srgbClr val="ffffff"/>
                </a:solidFill>
                <a:effectLst/>
                <a:uFillTx/>
                <a:latin typeface="Arial"/>
              </a:rPr>
              <a:t>Sixth Outline Level</a:t>
            </a:r>
            <a:endParaRPr b="0" lang="en-GB" sz="2000" strike="noStrike" u="none">
              <a:solidFill>
                <a:srgbClr val="ffffff"/>
              </a:solidFill>
              <a:effectLst/>
              <a:uFillTx/>
              <a:latin typeface="Arial"/>
            </a:endParaRPr>
          </a:p>
          <a:p>
            <a:pPr lvl="6" marL="3024000" indent="-216000">
              <a:lnSpc>
                <a:spcPct val="100000"/>
              </a:lnSpc>
              <a:spcBef>
                <a:spcPts val="283"/>
              </a:spcBef>
              <a:buClr>
                <a:srgbClr val="ffffff"/>
              </a:buClr>
              <a:buSzPct val="45000"/>
              <a:buFont typeface="Wingdings" charset="2"/>
              <a:buChar char=""/>
            </a:pPr>
            <a:r>
              <a:rPr b="0" lang="en-GB" sz="2000" strike="noStrike" u="none">
                <a:solidFill>
                  <a:srgbClr val="ffffff"/>
                </a:solidFill>
                <a:effectLst/>
                <a:uFillTx/>
                <a:latin typeface="Arial"/>
              </a:rPr>
              <a:t>Seventh Outline Level</a:t>
            </a:r>
            <a:endParaRPr b="0" lang="en-GB" sz="2000" strike="noStrike" u="none">
              <a:solidFill>
                <a:srgbClr val="ffffff"/>
              </a:solidFill>
              <a:effectLst/>
              <a:uFillTx/>
              <a:latin typeface="Arial"/>
            </a:endParaRPr>
          </a:p>
        </p:txBody>
      </p:sp>
      <p:sp>
        <p:nvSpPr>
          <p:cNvPr id="53" name="PlaceHolder 3"/>
          <p:cNvSpPr>
            <a:spLocks noGrp="1"/>
          </p:cNvSpPr>
          <p:nvPr>
            <p:ph type="dt" idx="10"/>
          </p:nvPr>
        </p:nvSpPr>
        <p:spPr>
          <a:xfrm>
            <a:off x="504000" y="5256000"/>
            <a:ext cx="1655280" cy="213840"/>
          </a:xfrm>
          <a:prstGeom prst="rect">
            <a:avLst/>
          </a:prstGeom>
          <a:noFill/>
          <a:ln w="0">
            <a:noFill/>
          </a:ln>
        </p:spPr>
        <p:txBody>
          <a:bodyPr lIns="0" rIns="0" tIns="0" bIns="0" anchor="t">
            <a:spAutoFit/>
          </a:bodyPr>
          <a:lstStyle>
            <a:lvl1pPr indent="0">
              <a:lnSpc>
                <a:spcPct val="100000"/>
              </a:lnSpc>
              <a:buNone/>
              <a:tabLst>
                <a:tab algn="l" pos="0"/>
              </a:tabLst>
              <a:defRPr b="0" lang="en-GB" sz="1400" strike="noStrike" u="none">
                <a:solidFill>
                  <a:srgbClr val="ffffff"/>
                </a:solidFill>
                <a:effectLst/>
                <a:uFillTx/>
                <a:latin typeface="Arial"/>
              </a:defRPr>
            </a:lvl1pPr>
          </a:lstStyle>
          <a:p>
            <a:pPr indent="0">
              <a:lnSpc>
                <a:spcPct val="100000"/>
              </a:lnSpc>
              <a:buNone/>
              <a:tabLst>
                <a:tab algn="l" pos="0"/>
              </a:tabLst>
            </a:pPr>
            <a:r>
              <a:rPr b="0" lang="en-GB" sz="1400" strike="noStrike" u="none">
                <a:solidFill>
                  <a:srgbClr val="ffffff"/>
                </a:solidFill>
                <a:effectLst/>
                <a:uFillTx/>
                <a:latin typeface="Arial"/>
              </a:rPr>
              <a:t>&lt;date/time&gt;</a:t>
            </a:r>
            <a:endParaRPr b="0" lang="en-GB" sz="1400" strike="noStrike" u="none">
              <a:solidFill>
                <a:srgbClr val="ffffff"/>
              </a:solidFill>
              <a:effectLst/>
              <a:uFillTx/>
              <a:latin typeface="Times New Roman"/>
            </a:endParaRPr>
          </a:p>
        </p:txBody>
      </p:sp>
      <p:sp>
        <p:nvSpPr>
          <p:cNvPr id="54" name="PlaceHolder 4"/>
          <p:cNvSpPr>
            <a:spLocks noGrp="1"/>
          </p:cNvSpPr>
          <p:nvPr>
            <p:ph type="ftr" idx="11"/>
          </p:nvPr>
        </p:nvSpPr>
        <p:spPr>
          <a:xfrm>
            <a:off x="2520000" y="5256000"/>
            <a:ext cx="4679280" cy="213840"/>
          </a:xfrm>
          <a:prstGeom prst="rect">
            <a:avLst/>
          </a:prstGeom>
          <a:noFill/>
          <a:ln w="0">
            <a:noFill/>
          </a:ln>
        </p:spPr>
        <p:txBody>
          <a:bodyPr lIns="0" rIns="0" tIns="0" bIns="0" anchor="t">
            <a:spAutoFit/>
          </a:bodyPr>
          <a:lstStyle>
            <a:lvl1pPr indent="0" algn="ctr">
              <a:lnSpc>
                <a:spcPct val="100000"/>
              </a:lnSpc>
              <a:buNone/>
              <a:tabLst>
                <a:tab algn="l" pos="0"/>
              </a:tabLst>
              <a:defRPr b="0" lang="en-GB" sz="1400" strike="noStrike" u="none">
                <a:solidFill>
                  <a:srgbClr val="ffffff"/>
                </a:solidFill>
                <a:effectLst/>
                <a:uFillTx/>
                <a:latin typeface="Arial"/>
              </a:defRPr>
            </a:lvl1pPr>
          </a:lstStyle>
          <a:p>
            <a:pPr indent="0" algn="ctr">
              <a:lnSpc>
                <a:spcPct val="100000"/>
              </a:lnSpc>
              <a:buNone/>
              <a:tabLst>
                <a:tab algn="l" pos="0"/>
              </a:tabLst>
            </a:pPr>
            <a:r>
              <a:rPr b="0" lang="en-GB" sz="1400" strike="noStrike" u="none">
                <a:solidFill>
                  <a:srgbClr val="ffffff"/>
                </a:solidFill>
                <a:effectLst/>
                <a:uFillTx/>
                <a:latin typeface="Arial"/>
              </a:rPr>
              <a:t>&lt;footer&gt;</a:t>
            </a:r>
            <a:endParaRPr b="0" lang="en-GB" sz="1400" strike="noStrike" u="none">
              <a:solidFill>
                <a:srgbClr val="ffffff"/>
              </a:solidFill>
              <a:effectLst/>
              <a:uFillTx/>
              <a:latin typeface="Times New Roman"/>
            </a:endParaRPr>
          </a:p>
        </p:txBody>
      </p:sp>
      <p:sp>
        <p:nvSpPr>
          <p:cNvPr id="55" name="PlaceHolder 5"/>
          <p:cNvSpPr>
            <a:spLocks noGrp="1"/>
          </p:cNvSpPr>
          <p:nvPr>
            <p:ph type="sldNum" idx="12"/>
          </p:nvPr>
        </p:nvSpPr>
        <p:spPr>
          <a:xfrm>
            <a:off x="7560000" y="5256000"/>
            <a:ext cx="1619280" cy="213840"/>
          </a:xfrm>
          <a:prstGeom prst="rect">
            <a:avLst/>
          </a:prstGeom>
          <a:noFill/>
          <a:ln w="0">
            <a:noFill/>
          </a:ln>
        </p:spPr>
        <p:txBody>
          <a:bodyPr lIns="0" rIns="0" tIns="0" bIns="0" anchor="t">
            <a:spAutoFit/>
          </a:bodyPr>
          <a:lstStyle>
            <a:lvl1pPr indent="0" algn="r">
              <a:lnSpc>
                <a:spcPct val="100000"/>
              </a:lnSpc>
              <a:buNone/>
              <a:tabLst>
                <a:tab algn="l" pos="0"/>
              </a:tabLst>
              <a:defRPr b="0" lang="en-GB" sz="1400" strike="noStrike" u="none">
                <a:solidFill>
                  <a:srgbClr val="ffffff"/>
                </a:solidFill>
                <a:effectLst/>
                <a:uFillTx/>
                <a:latin typeface="Arial"/>
              </a:defRPr>
            </a:lvl1pPr>
          </a:lstStyle>
          <a:p>
            <a:pPr indent="0" algn="r">
              <a:lnSpc>
                <a:spcPct val="100000"/>
              </a:lnSpc>
              <a:buNone/>
              <a:tabLst>
                <a:tab algn="l" pos="0"/>
              </a:tabLst>
            </a:pPr>
            <a:fld id="{9E60BDC7-21A7-4B84-B8C6-C5B3C1ED36C1}" type="slidenum">
              <a:rPr b="0" lang="en-GB" sz="1400" strike="noStrike" u="none">
                <a:solidFill>
                  <a:srgbClr val="ffffff"/>
                </a:solidFill>
                <a:effectLst/>
                <a:uFillTx/>
                <a:latin typeface="Arial"/>
              </a:rPr>
              <a:t>&lt;number&gt;</a:t>
            </a:fld>
            <a:endParaRPr b="0" lang="en-GB" sz="1400" strike="noStrike" u="none">
              <a:solidFill>
                <a:srgbClr val="ffffff"/>
              </a:solidFill>
              <a:effectLst/>
              <a:uFillTx/>
              <a:latin typeface="Times New Roman"/>
            </a:endParaRPr>
          </a:p>
        </p:txBody>
      </p:sp>
      <p:sp>
        <p:nvSpPr>
          <p:cNvPr id="56" name=""/>
          <p:cNvSpPr/>
          <p:nvPr/>
        </p:nvSpPr>
        <p:spPr>
          <a:xfrm>
            <a:off x="20880" y="607320"/>
            <a:ext cx="6119280" cy="17280"/>
          </a:xfrm>
          <a:prstGeom prst="roundRect">
            <a:avLst>
              <a:gd name="adj" fmla="val 50000"/>
            </a:avLst>
          </a:prstGeom>
          <a:gradFill rotWithShape="0">
            <a:gsLst>
              <a:gs pos="0">
                <a:srgbClr val="cccccc"/>
              </a:gs>
              <a:gs pos="100000">
                <a:srgbClr val="333333"/>
              </a:gs>
            </a:gsLst>
            <a:lin ang="0"/>
          </a:gradFill>
          <a:ln w="10800">
            <a:noFill/>
          </a:ln>
        </p:spPr>
        <p:style>
          <a:lnRef idx="0"/>
          <a:fillRef idx="0"/>
          <a:effectRef idx="0"/>
          <a:fontRef idx="minor"/>
        </p:style>
        <p:txBody>
          <a:bodyPr wrap="none" lIns="90000" rIns="90000" tIns="-32040" bIns="-32040" anchor="t">
            <a:noAutofit/>
          </a:bodyPr>
          <a:p>
            <a:pPr>
              <a:lnSpc>
                <a:spcPct val="100000"/>
              </a:lnSpc>
            </a:pPr>
            <a:endParaRPr b="0" lang="en-GB" sz="1800" strike="noStrike" u="none">
              <a:solidFill>
                <a:srgbClr val="ffffff"/>
              </a:solidFill>
              <a:effectLst/>
              <a:uFillTx/>
              <a:latin typeface="Arial"/>
              <a:ea typeface="DejaVu Sans"/>
            </a:endParaRPr>
          </a:p>
        </p:txBody>
      </p:sp>
      <p:sp>
        <p:nvSpPr>
          <p:cNvPr id="57" name=""/>
          <p:cNvSpPr/>
          <p:nvPr/>
        </p:nvSpPr>
        <p:spPr>
          <a:xfrm>
            <a:off x="4430520" y="840960"/>
            <a:ext cx="5673240" cy="6480"/>
          </a:xfrm>
          <a:prstGeom prst="roundRect">
            <a:avLst>
              <a:gd name="adj" fmla="val 50000"/>
            </a:avLst>
          </a:prstGeom>
          <a:gradFill rotWithShape="0">
            <a:gsLst>
              <a:gs pos="0">
                <a:srgbClr val="333333"/>
              </a:gs>
              <a:gs pos="100000">
                <a:srgbClr val="cccccc"/>
              </a:gs>
            </a:gsLst>
            <a:lin ang="0"/>
          </a:gradFill>
          <a:ln w="10800">
            <a:noFill/>
          </a:ln>
        </p:spPr>
        <p:style>
          <a:lnRef idx="0"/>
          <a:fillRef idx="0"/>
          <a:effectRef idx="0"/>
          <a:fontRef idx="minor"/>
        </p:style>
        <p:txBody>
          <a:bodyPr wrap="none" lIns="90000" rIns="90000" tIns="-39960" bIns="-39960" anchor="t">
            <a:noAutofit/>
          </a:bodyPr>
          <a:p>
            <a:pPr>
              <a:lnSpc>
                <a:spcPct val="100000"/>
              </a:lnSpc>
            </a:pPr>
            <a:endParaRPr b="0" lang="en-GB" sz="1800" strike="noStrike" u="none">
              <a:solidFill>
                <a:srgbClr val="ffffff"/>
              </a:solidFill>
              <a:effectLst/>
              <a:uFillTx/>
              <a:latin typeface="Arial"/>
              <a:ea typeface="DejaVu Sans"/>
            </a:endParaRPr>
          </a:p>
        </p:txBody>
      </p:sp>
      <p:sp>
        <p:nvSpPr>
          <p:cNvPr id="58" name=""/>
          <p:cNvSpPr/>
          <p:nvPr/>
        </p:nvSpPr>
        <p:spPr>
          <a:xfrm>
            <a:off x="9819720" y="474480"/>
            <a:ext cx="6480" cy="492480"/>
          </a:xfrm>
          <a:custGeom>
            <a:avLst/>
            <a:gdLst>
              <a:gd name="textAreaLeft" fmla="*/ 1080 w 6480"/>
              <a:gd name="textAreaRight" fmla="*/ 6120 w 6480"/>
              <a:gd name="textAreaTop" fmla="*/ 1080 h 492480"/>
              <a:gd name="textAreaBottom" fmla="*/ 492120 h 492480"/>
            </a:gdLst>
            <a:ahLst/>
            <a:cxnLst/>
            <a:rect l="textAreaLeft" t="textAreaTop" r="textAreaRight" b="textAreaBottom"/>
            <a:pathLst>
              <a:path w="21600" h="1410171">
                <a:moveTo>
                  <a:pt x="10800" y="0"/>
                </a:moveTo>
                <a:arcTo wR="10800" hR="10800" stAng="16200000" swAng="-5400000"/>
                <a:lnTo>
                  <a:pt x="0" y="1399371"/>
                </a:lnTo>
                <a:arcTo wR="10800" hR="10800" stAng="10800000" swAng="-5400000"/>
                <a:lnTo>
                  <a:pt x="10800" y="1410171"/>
                </a:lnTo>
                <a:arcTo wR="10800" hR="10800" stAng="5400000" swAng="-5400000"/>
                <a:lnTo>
                  <a:pt x="21600" y="10800"/>
                </a:lnTo>
                <a:arcTo wR="10800" hR="10800" stAng="0" swAng="-5400000"/>
                <a:close/>
              </a:path>
            </a:pathLst>
          </a:custGeom>
          <a:solidFill>
            <a:srgbClr val="cccccc"/>
          </a:solidFill>
          <a:ln w="10800">
            <a:noFill/>
          </a:ln>
        </p:spPr>
        <p:style>
          <a:lnRef idx="0"/>
          <a:fillRef idx="0"/>
          <a:effectRef idx="0"/>
          <a:fontRef idx="minor"/>
        </p:style>
        <p:txBody>
          <a:bodyPr wrap="none" lIns="90000" rIns="90000" tIns="45000" bIns="45000" anchor="t">
            <a:noAutofit/>
          </a:bodyPr>
          <a:p>
            <a:pPr>
              <a:lnSpc>
                <a:spcPct val="100000"/>
              </a:lnSpc>
            </a:pPr>
            <a:endParaRPr b="0" lang="en-GB" sz="1800" strike="noStrike" u="none">
              <a:solidFill>
                <a:srgbClr val="000000"/>
              </a:solidFill>
              <a:effectLst/>
              <a:uFillTx/>
              <a:latin typeface="Arial"/>
              <a:ea typeface="DejaVu Sans"/>
            </a:endParaRPr>
          </a:p>
        </p:txBody>
      </p:sp>
      <p:sp>
        <p:nvSpPr>
          <p:cNvPr id="59" name=""/>
          <p:cNvSpPr/>
          <p:nvPr/>
        </p:nvSpPr>
        <p:spPr>
          <a:xfrm>
            <a:off x="1900800" y="5204880"/>
            <a:ext cx="7464600" cy="6480"/>
          </a:xfrm>
          <a:prstGeom prst="roundRect">
            <a:avLst>
              <a:gd name="adj" fmla="val 50000"/>
            </a:avLst>
          </a:prstGeom>
          <a:gradFill rotWithShape="0">
            <a:gsLst>
              <a:gs pos="0">
                <a:srgbClr val="333333"/>
              </a:gs>
              <a:gs pos="100000">
                <a:srgbClr val="cccccc"/>
              </a:gs>
            </a:gsLst>
            <a:lin ang="0"/>
          </a:gradFill>
          <a:ln w="10800">
            <a:noFill/>
          </a:ln>
        </p:spPr>
        <p:style>
          <a:lnRef idx="0"/>
          <a:fillRef idx="0"/>
          <a:effectRef idx="0"/>
          <a:fontRef idx="minor"/>
        </p:style>
        <p:txBody>
          <a:bodyPr wrap="none" lIns="90000" rIns="90000" tIns="-39960" bIns="-39960" anchor="t">
            <a:noAutofit/>
          </a:bodyPr>
          <a:p>
            <a:pPr>
              <a:lnSpc>
                <a:spcPct val="100000"/>
              </a:lnSpc>
            </a:pPr>
            <a:endParaRPr b="0" lang="en-GB" sz="1800" strike="noStrike" u="none">
              <a:solidFill>
                <a:srgbClr val="ffffff"/>
              </a:solidFill>
              <a:effectLst/>
              <a:uFillTx/>
              <a:latin typeface="Arial"/>
              <a:ea typeface="DejaVu Sans"/>
            </a:endParaRPr>
          </a:p>
        </p:txBody>
      </p:sp>
      <p:sp>
        <p:nvSpPr>
          <p:cNvPr id="60" name=""/>
          <p:cNvSpPr/>
          <p:nvPr/>
        </p:nvSpPr>
        <p:spPr>
          <a:xfrm>
            <a:off x="9259920" y="4917240"/>
            <a:ext cx="6480" cy="348840"/>
          </a:xfrm>
          <a:custGeom>
            <a:avLst/>
            <a:gdLst>
              <a:gd name="textAreaLeft" fmla="*/ 1080 w 6480"/>
              <a:gd name="textAreaRight" fmla="*/ 6120 w 6480"/>
              <a:gd name="textAreaTop" fmla="*/ 1080 h 348840"/>
              <a:gd name="textAreaBottom" fmla="*/ 348480 h 348840"/>
            </a:gdLst>
            <a:ahLst/>
            <a:cxnLst/>
            <a:rect l="textAreaLeft" t="textAreaTop" r="textAreaRight" b="textAreaBottom"/>
            <a:pathLst>
              <a:path w="21600" h="999771">
                <a:moveTo>
                  <a:pt x="10800" y="0"/>
                </a:moveTo>
                <a:arcTo wR="10800" hR="10800" stAng="16200000" swAng="-5400000"/>
                <a:lnTo>
                  <a:pt x="0" y="988971"/>
                </a:lnTo>
                <a:arcTo wR="10800" hR="10800" stAng="10800000" swAng="-5400000"/>
                <a:lnTo>
                  <a:pt x="10800" y="999771"/>
                </a:lnTo>
                <a:arcTo wR="10800" hR="10800" stAng="5400000" swAng="-5400000"/>
                <a:lnTo>
                  <a:pt x="21600" y="10800"/>
                </a:lnTo>
                <a:arcTo wR="10800" hR="10800" stAng="0" swAng="-5400000"/>
                <a:close/>
              </a:path>
            </a:pathLst>
          </a:custGeom>
          <a:solidFill>
            <a:srgbClr val="cccccc"/>
          </a:solidFill>
          <a:ln w="10800">
            <a:noFill/>
          </a:ln>
        </p:spPr>
        <p:style>
          <a:lnRef idx="0"/>
          <a:fillRef idx="0"/>
          <a:effectRef idx="0"/>
          <a:fontRef idx="minor"/>
        </p:style>
        <p:txBody>
          <a:bodyPr wrap="none" lIns="90000" rIns="90000" tIns="45000" bIns="45000" anchor="t">
            <a:noAutofit/>
          </a:bodyPr>
          <a:p>
            <a:pPr>
              <a:lnSpc>
                <a:spcPct val="100000"/>
              </a:lnSpc>
            </a:pPr>
            <a:endParaRPr b="0" lang="en-GB" sz="1800" strike="noStrike" u="none">
              <a:solidFill>
                <a:srgbClr val="000000"/>
              </a:solidFill>
              <a:effectLst/>
              <a:uFillTx/>
              <a:latin typeface="Arial"/>
              <a:ea typeface="DejaVu Sans"/>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Default 3">
    <p:bg>
      <p:bgPr>
        <a:solidFill>
          <a:srgbClr val="000000"/>
        </a:solidFill>
      </p:bgPr>
    </p:bg>
    <p:spTree>
      <p:nvGrpSpPr>
        <p:cNvPr id="1" name=""/>
        <p:cNvGrpSpPr/>
        <p:nvPr/>
      </p:nvGrpSpPr>
      <p:grpSpPr>
        <a:xfrm>
          <a:off x="0" y="0"/>
          <a:ext cx="0" cy="0"/>
          <a:chOff x="0" y="0"/>
          <a:chExt cx="0" cy="0"/>
        </a:xfrm>
      </p:grpSpPr>
      <p:sp>
        <p:nvSpPr>
          <p:cNvPr id="61" name="PlaceHolder 1"/>
          <p:cNvSpPr>
            <a:spLocks noGrp="1"/>
          </p:cNvSpPr>
          <p:nvPr>
            <p:ph type="title"/>
          </p:nvPr>
        </p:nvSpPr>
        <p:spPr>
          <a:xfrm>
            <a:off x="144000" y="72000"/>
            <a:ext cx="9539280" cy="647280"/>
          </a:xfrm>
          <a:prstGeom prst="rect">
            <a:avLst/>
          </a:prstGeom>
          <a:noFill/>
          <a:ln w="0">
            <a:noFill/>
          </a:ln>
        </p:spPr>
        <p:txBody>
          <a:bodyPr lIns="0" rIns="0" tIns="0" bIns="0" anchor="ctr">
            <a:noAutofit/>
          </a:bodyPr>
          <a:p>
            <a:pPr indent="0">
              <a:lnSpc>
                <a:spcPct val="100000"/>
              </a:lnSpc>
              <a:buNone/>
              <a:tabLst>
                <a:tab algn="l" pos="0"/>
              </a:tabLst>
            </a:pPr>
            <a:r>
              <a:rPr b="0" lang="en-GB" sz="4400" strike="noStrike" u="none">
                <a:solidFill>
                  <a:srgbClr val="ffffff"/>
                </a:solidFill>
                <a:effectLst/>
                <a:uFillTx/>
                <a:latin typeface="Arial"/>
              </a:rPr>
              <a:t>Click to edit the title text format</a:t>
            </a:r>
            <a:endParaRPr b="0" lang="en-GB" sz="4400" strike="noStrike" u="none">
              <a:solidFill>
                <a:srgbClr val="ffffff"/>
              </a:solidFill>
              <a:effectLst/>
              <a:uFillTx/>
              <a:latin typeface="Arial"/>
            </a:endParaRPr>
          </a:p>
        </p:txBody>
      </p:sp>
      <p:sp>
        <p:nvSpPr>
          <p:cNvPr id="62" name="PlaceHolder 2"/>
          <p:cNvSpPr>
            <a:spLocks noGrp="1"/>
          </p:cNvSpPr>
          <p:nvPr>
            <p:ph type="body"/>
          </p:nvPr>
        </p:nvSpPr>
        <p:spPr>
          <a:xfrm>
            <a:off x="504000" y="1326600"/>
            <a:ext cx="9071280" cy="3287520"/>
          </a:xfrm>
          <a:prstGeom prst="rect">
            <a:avLst/>
          </a:prstGeom>
          <a:noFill/>
          <a:ln w="0">
            <a:noFill/>
          </a:ln>
        </p:spPr>
        <p:txBody>
          <a:bodyPr lIns="0" rIns="0" tIns="0" bIns="0" anchor="t">
            <a:normAutofit/>
          </a:bodyPr>
          <a:p>
            <a:pPr marL="432000" indent="-324000">
              <a:lnSpc>
                <a:spcPct val="100000"/>
              </a:lnSpc>
              <a:spcBef>
                <a:spcPts val="1417"/>
              </a:spcBef>
              <a:buClr>
                <a:srgbClr val="ffffff"/>
              </a:buClr>
              <a:buSzPct val="45000"/>
              <a:buFont typeface="Wingdings" charset="2"/>
              <a:buChar char=""/>
            </a:pPr>
            <a:r>
              <a:rPr b="0" lang="en-GB" sz="3200" strike="noStrike" u="none">
                <a:solidFill>
                  <a:srgbClr val="ffffff"/>
                </a:solidFill>
                <a:effectLst/>
                <a:uFillTx/>
                <a:latin typeface="Arial"/>
              </a:rPr>
              <a:t>Click to edit the outline text format</a:t>
            </a:r>
            <a:endParaRPr b="0" lang="en-GB" sz="3200" strike="noStrike" u="none">
              <a:solidFill>
                <a:srgbClr val="ffffff"/>
              </a:solidFill>
              <a:effectLst/>
              <a:uFillTx/>
              <a:latin typeface="Arial"/>
            </a:endParaRPr>
          </a:p>
          <a:p>
            <a:pPr lvl="1" marL="864000" indent="-324000">
              <a:lnSpc>
                <a:spcPct val="100000"/>
              </a:lnSpc>
              <a:spcBef>
                <a:spcPts val="1134"/>
              </a:spcBef>
              <a:buClr>
                <a:srgbClr val="ffffff"/>
              </a:buClr>
              <a:buSzPct val="75000"/>
              <a:buFont typeface="Symbol" charset="2"/>
              <a:buChar char=""/>
            </a:pPr>
            <a:r>
              <a:rPr b="0" lang="en-GB" sz="2800" strike="noStrike" u="none">
                <a:solidFill>
                  <a:srgbClr val="ffffff"/>
                </a:solidFill>
                <a:effectLst/>
                <a:uFillTx/>
                <a:latin typeface="Arial"/>
              </a:rPr>
              <a:t>Second Outline Level</a:t>
            </a:r>
            <a:endParaRPr b="0" lang="en-GB" sz="2800" strike="noStrike" u="none">
              <a:solidFill>
                <a:srgbClr val="ffffff"/>
              </a:solidFill>
              <a:effectLst/>
              <a:uFillTx/>
              <a:latin typeface="Arial"/>
            </a:endParaRPr>
          </a:p>
          <a:p>
            <a:pPr lvl="2" marL="1296000" indent="-288000">
              <a:lnSpc>
                <a:spcPct val="100000"/>
              </a:lnSpc>
              <a:spcBef>
                <a:spcPts val="850"/>
              </a:spcBef>
              <a:buClr>
                <a:srgbClr val="ffffff"/>
              </a:buClr>
              <a:buSzPct val="45000"/>
              <a:buFont typeface="Wingdings" charset="2"/>
              <a:buChar char=""/>
            </a:pPr>
            <a:r>
              <a:rPr b="0" lang="en-GB" sz="2400" strike="noStrike" u="none">
                <a:solidFill>
                  <a:srgbClr val="ffffff"/>
                </a:solidFill>
                <a:effectLst/>
                <a:uFillTx/>
                <a:latin typeface="Arial"/>
              </a:rPr>
              <a:t>Third Outline Level</a:t>
            </a:r>
            <a:endParaRPr b="0" lang="en-GB" sz="2400" strike="noStrike" u="none">
              <a:solidFill>
                <a:srgbClr val="ffffff"/>
              </a:solidFill>
              <a:effectLst/>
              <a:uFillTx/>
              <a:latin typeface="Arial"/>
            </a:endParaRPr>
          </a:p>
          <a:p>
            <a:pPr lvl="3" marL="1728000" indent="-216000">
              <a:lnSpc>
                <a:spcPct val="100000"/>
              </a:lnSpc>
              <a:spcBef>
                <a:spcPts val="567"/>
              </a:spcBef>
              <a:buClr>
                <a:srgbClr val="ffffff"/>
              </a:buClr>
              <a:buSzPct val="75000"/>
              <a:buFont typeface="Symbol" charset="2"/>
              <a:buChar char=""/>
            </a:pPr>
            <a:r>
              <a:rPr b="0" lang="en-GB" sz="2000" strike="noStrike" u="none">
                <a:solidFill>
                  <a:srgbClr val="ffffff"/>
                </a:solidFill>
                <a:effectLst/>
                <a:uFillTx/>
                <a:latin typeface="Arial"/>
              </a:rPr>
              <a:t>Fourth Outline Level</a:t>
            </a:r>
            <a:endParaRPr b="0" lang="en-GB" sz="2000" strike="noStrike" u="none">
              <a:solidFill>
                <a:srgbClr val="ffffff"/>
              </a:solidFill>
              <a:effectLst/>
              <a:uFillTx/>
              <a:latin typeface="Arial"/>
            </a:endParaRPr>
          </a:p>
          <a:p>
            <a:pPr lvl="4" marL="2160000" indent="-216000">
              <a:lnSpc>
                <a:spcPct val="100000"/>
              </a:lnSpc>
              <a:spcBef>
                <a:spcPts val="283"/>
              </a:spcBef>
              <a:buClr>
                <a:srgbClr val="ffffff"/>
              </a:buClr>
              <a:buSzPct val="45000"/>
              <a:buFont typeface="Wingdings" charset="2"/>
              <a:buChar char=""/>
            </a:pPr>
            <a:r>
              <a:rPr b="0" lang="en-GB" sz="2000" strike="noStrike" u="none">
                <a:solidFill>
                  <a:srgbClr val="ffffff"/>
                </a:solidFill>
                <a:effectLst/>
                <a:uFillTx/>
                <a:latin typeface="Arial"/>
              </a:rPr>
              <a:t>Fifth Outline Level</a:t>
            </a:r>
            <a:endParaRPr b="0" lang="en-GB" sz="2000" strike="noStrike" u="none">
              <a:solidFill>
                <a:srgbClr val="ffffff"/>
              </a:solidFill>
              <a:effectLst/>
              <a:uFillTx/>
              <a:latin typeface="Arial"/>
            </a:endParaRPr>
          </a:p>
          <a:p>
            <a:pPr lvl="5" marL="2592000" indent="-216000">
              <a:lnSpc>
                <a:spcPct val="100000"/>
              </a:lnSpc>
              <a:spcBef>
                <a:spcPts val="283"/>
              </a:spcBef>
              <a:buClr>
                <a:srgbClr val="ffffff"/>
              </a:buClr>
              <a:buSzPct val="45000"/>
              <a:buFont typeface="Wingdings" charset="2"/>
              <a:buChar char=""/>
            </a:pPr>
            <a:r>
              <a:rPr b="0" lang="en-GB" sz="2000" strike="noStrike" u="none">
                <a:solidFill>
                  <a:srgbClr val="ffffff"/>
                </a:solidFill>
                <a:effectLst/>
                <a:uFillTx/>
                <a:latin typeface="Arial"/>
              </a:rPr>
              <a:t>Sixth Outline Level</a:t>
            </a:r>
            <a:endParaRPr b="0" lang="en-GB" sz="2000" strike="noStrike" u="none">
              <a:solidFill>
                <a:srgbClr val="ffffff"/>
              </a:solidFill>
              <a:effectLst/>
              <a:uFillTx/>
              <a:latin typeface="Arial"/>
            </a:endParaRPr>
          </a:p>
          <a:p>
            <a:pPr lvl="6" marL="3024000" indent="-216000">
              <a:lnSpc>
                <a:spcPct val="100000"/>
              </a:lnSpc>
              <a:spcBef>
                <a:spcPts val="283"/>
              </a:spcBef>
              <a:buClr>
                <a:srgbClr val="ffffff"/>
              </a:buClr>
              <a:buSzPct val="45000"/>
              <a:buFont typeface="Wingdings" charset="2"/>
              <a:buChar char=""/>
            </a:pPr>
            <a:r>
              <a:rPr b="0" lang="en-GB" sz="2000" strike="noStrike" u="none">
                <a:solidFill>
                  <a:srgbClr val="ffffff"/>
                </a:solidFill>
                <a:effectLst/>
                <a:uFillTx/>
                <a:latin typeface="Arial"/>
              </a:rPr>
              <a:t>Seventh Outline Level</a:t>
            </a:r>
            <a:endParaRPr b="0" lang="en-GB" sz="2000" strike="noStrike" u="none">
              <a:solidFill>
                <a:srgbClr val="ffffff"/>
              </a:solidFill>
              <a:effectLst/>
              <a:uFillTx/>
              <a:latin typeface="Arial"/>
            </a:endParaRPr>
          </a:p>
        </p:txBody>
      </p:sp>
      <p:sp>
        <p:nvSpPr>
          <p:cNvPr id="63" name="PlaceHolder 3"/>
          <p:cNvSpPr>
            <a:spLocks noGrp="1"/>
          </p:cNvSpPr>
          <p:nvPr>
            <p:ph type="dt" idx="13"/>
          </p:nvPr>
        </p:nvSpPr>
        <p:spPr>
          <a:xfrm>
            <a:off x="504000" y="5256000"/>
            <a:ext cx="1655280" cy="213840"/>
          </a:xfrm>
          <a:prstGeom prst="rect">
            <a:avLst/>
          </a:prstGeom>
          <a:noFill/>
          <a:ln w="0">
            <a:noFill/>
          </a:ln>
        </p:spPr>
        <p:txBody>
          <a:bodyPr lIns="0" rIns="0" tIns="0" bIns="0" anchor="t">
            <a:spAutoFit/>
          </a:bodyPr>
          <a:lstStyle>
            <a:lvl1pPr indent="0">
              <a:lnSpc>
                <a:spcPct val="100000"/>
              </a:lnSpc>
              <a:buNone/>
              <a:tabLst>
                <a:tab algn="l" pos="0"/>
              </a:tabLst>
              <a:defRPr b="0" lang="en-GB" sz="1400" strike="noStrike" u="none">
                <a:solidFill>
                  <a:srgbClr val="ffffff"/>
                </a:solidFill>
                <a:effectLst/>
                <a:uFillTx/>
                <a:latin typeface="Arial"/>
              </a:defRPr>
            </a:lvl1pPr>
          </a:lstStyle>
          <a:p>
            <a:pPr indent="0">
              <a:lnSpc>
                <a:spcPct val="100000"/>
              </a:lnSpc>
              <a:buNone/>
              <a:tabLst>
                <a:tab algn="l" pos="0"/>
              </a:tabLst>
            </a:pPr>
            <a:r>
              <a:rPr b="0" lang="en-GB" sz="1400" strike="noStrike" u="none">
                <a:solidFill>
                  <a:srgbClr val="ffffff"/>
                </a:solidFill>
                <a:effectLst/>
                <a:uFillTx/>
                <a:latin typeface="Arial"/>
              </a:rPr>
              <a:t>&lt;date/time&gt;</a:t>
            </a:r>
            <a:endParaRPr b="0" lang="en-GB" sz="1400" strike="noStrike" u="none">
              <a:solidFill>
                <a:srgbClr val="ffffff"/>
              </a:solidFill>
              <a:effectLst/>
              <a:uFillTx/>
              <a:latin typeface="Times New Roman"/>
            </a:endParaRPr>
          </a:p>
        </p:txBody>
      </p:sp>
      <p:sp>
        <p:nvSpPr>
          <p:cNvPr id="64" name="PlaceHolder 4"/>
          <p:cNvSpPr>
            <a:spLocks noGrp="1"/>
          </p:cNvSpPr>
          <p:nvPr>
            <p:ph type="ftr" idx="14"/>
          </p:nvPr>
        </p:nvSpPr>
        <p:spPr>
          <a:xfrm>
            <a:off x="2520000" y="5256000"/>
            <a:ext cx="4679280" cy="213840"/>
          </a:xfrm>
          <a:prstGeom prst="rect">
            <a:avLst/>
          </a:prstGeom>
          <a:noFill/>
          <a:ln w="0">
            <a:noFill/>
          </a:ln>
        </p:spPr>
        <p:txBody>
          <a:bodyPr lIns="0" rIns="0" tIns="0" bIns="0" anchor="t">
            <a:spAutoFit/>
          </a:bodyPr>
          <a:lstStyle>
            <a:lvl1pPr indent="0" algn="ctr">
              <a:lnSpc>
                <a:spcPct val="100000"/>
              </a:lnSpc>
              <a:buNone/>
              <a:tabLst>
                <a:tab algn="l" pos="0"/>
              </a:tabLst>
              <a:defRPr b="0" lang="en-GB" sz="1400" strike="noStrike" u="none">
                <a:solidFill>
                  <a:srgbClr val="ffffff"/>
                </a:solidFill>
                <a:effectLst/>
                <a:uFillTx/>
                <a:latin typeface="Arial"/>
              </a:defRPr>
            </a:lvl1pPr>
          </a:lstStyle>
          <a:p>
            <a:pPr indent="0" algn="ctr">
              <a:lnSpc>
                <a:spcPct val="100000"/>
              </a:lnSpc>
              <a:buNone/>
              <a:tabLst>
                <a:tab algn="l" pos="0"/>
              </a:tabLst>
            </a:pPr>
            <a:r>
              <a:rPr b="0" lang="en-GB" sz="1400" strike="noStrike" u="none">
                <a:solidFill>
                  <a:srgbClr val="ffffff"/>
                </a:solidFill>
                <a:effectLst/>
                <a:uFillTx/>
                <a:latin typeface="Arial"/>
              </a:rPr>
              <a:t>&lt;footer&gt;</a:t>
            </a:r>
            <a:endParaRPr b="0" lang="en-GB" sz="1400" strike="noStrike" u="none">
              <a:solidFill>
                <a:srgbClr val="ffffff"/>
              </a:solidFill>
              <a:effectLst/>
              <a:uFillTx/>
              <a:latin typeface="Times New Roman"/>
            </a:endParaRPr>
          </a:p>
        </p:txBody>
      </p:sp>
      <p:sp>
        <p:nvSpPr>
          <p:cNvPr id="65" name="PlaceHolder 5"/>
          <p:cNvSpPr>
            <a:spLocks noGrp="1"/>
          </p:cNvSpPr>
          <p:nvPr>
            <p:ph type="sldNum" idx="15"/>
          </p:nvPr>
        </p:nvSpPr>
        <p:spPr>
          <a:xfrm>
            <a:off x="7560000" y="5256000"/>
            <a:ext cx="1619280" cy="213840"/>
          </a:xfrm>
          <a:prstGeom prst="rect">
            <a:avLst/>
          </a:prstGeom>
          <a:noFill/>
          <a:ln w="0">
            <a:noFill/>
          </a:ln>
        </p:spPr>
        <p:txBody>
          <a:bodyPr lIns="0" rIns="0" tIns="0" bIns="0" anchor="t">
            <a:spAutoFit/>
          </a:bodyPr>
          <a:lstStyle>
            <a:lvl1pPr indent="0" algn="r">
              <a:lnSpc>
                <a:spcPct val="100000"/>
              </a:lnSpc>
              <a:buNone/>
              <a:tabLst>
                <a:tab algn="l" pos="0"/>
              </a:tabLst>
              <a:defRPr b="0" lang="en-GB" sz="1400" strike="noStrike" u="none">
                <a:solidFill>
                  <a:srgbClr val="ffffff"/>
                </a:solidFill>
                <a:effectLst/>
                <a:uFillTx/>
                <a:latin typeface="Arial"/>
              </a:defRPr>
            </a:lvl1pPr>
          </a:lstStyle>
          <a:p>
            <a:pPr indent="0" algn="r">
              <a:lnSpc>
                <a:spcPct val="100000"/>
              </a:lnSpc>
              <a:buNone/>
              <a:tabLst>
                <a:tab algn="l" pos="0"/>
              </a:tabLst>
            </a:pPr>
            <a:fld id="{05E917C7-1AAE-49F9-8AE3-1E9BAA162C8A}" type="slidenum">
              <a:rPr b="0" lang="en-GB" sz="1400" strike="noStrike" u="none">
                <a:solidFill>
                  <a:srgbClr val="ffffff"/>
                </a:solidFill>
                <a:effectLst/>
                <a:uFillTx/>
                <a:latin typeface="Arial"/>
              </a:rPr>
              <a:t>&lt;number&gt;</a:t>
            </a:fld>
            <a:endParaRPr b="0" lang="en-GB" sz="1400" strike="noStrike" u="none">
              <a:solidFill>
                <a:srgbClr val="ffffff"/>
              </a:solidFill>
              <a:effectLst/>
              <a:uFillTx/>
              <a:latin typeface="Times New Roman"/>
            </a:endParaRPr>
          </a:p>
        </p:txBody>
      </p:sp>
      <p:sp>
        <p:nvSpPr>
          <p:cNvPr id="66" name=""/>
          <p:cNvSpPr/>
          <p:nvPr/>
        </p:nvSpPr>
        <p:spPr>
          <a:xfrm>
            <a:off x="20880" y="607320"/>
            <a:ext cx="6119280" cy="17280"/>
          </a:xfrm>
          <a:prstGeom prst="roundRect">
            <a:avLst>
              <a:gd name="adj" fmla="val 50000"/>
            </a:avLst>
          </a:prstGeom>
          <a:gradFill rotWithShape="0">
            <a:gsLst>
              <a:gs pos="0">
                <a:srgbClr val="cccccc"/>
              </a:gs>
              <a:gs pos="100000">
                <a:srgbClr val="333333"/>
              </a:gs>
            </a:gsLst>
            <a:lin ang="0"/>
          </a:gradFill>
          <a:ln w="10800">
            <a:noFill/>
          </a:ln>
        </p:spPr>
        <p:style>
          <a:lnRef idx="0"/>
          <a:fillRef idx="0"/>
          <a:effectRef idx="0"/>
          <a:fontRef idx="minor"/>
        </p:style>
        <p:txBody>
          <a:bodyPr wrap="none" lIns="90000" rIns="90000" tIns="-32040" bIns="-32040" anchor="t">
            <a:noAutofit/>
          </a:bodyPr>
          <a:p>
            <a:pPr>
              <a:lnSpc>
                <a:spcPct val="100000"/>
              </a:lnSpc>
            </a:pPr>
            <a:endParaRPr b="0" lang="en-GB" sz="1800" strike="noStrike" u="none">
              <a:solidFill>
                <a:srgbClr val="ffffff"/>
              </a:solidFill>
              <a:effectLst/>
              <a:uFillTx/>
              <a:latin typeface="Arial"/>
              <a:ea typeface="DejaVu Sans"/>
            </a:endParaRPr>
          </a:p>
        </p:txBody>
      </p:sp>
      <p:sp>
        <p:nvSpPr>
          <p:cNvPr id="67" name=""/>
          <p:cNvSpPr/>
          <p:nvPr/>
        </p:nvSpPr>
        <p:spPr>
          <a:xfrm>
            <a:off x="4430520" y="840960"/>
            <a:ext cx="5673240" cy="6480"/>
          </a:xfrm>
          <a:prstGeom prst="roundRect">
            <a:avLst>
              <a:gd name="adj" fmla="val 50000"/>
            </a:avLst>
          </a:prstGeom>
          <a:gradFill rotWithShape="0">
            <a:gsLst>
              <a:gs pos="0">
                <a:srgbClr val="333333"/>
              </a:gs>
              <a:gs pos="100000">
                <a:srgbClr val="cccccc"/>
              </a:gs>
            </a:gsLst>
            <a:lin ang="0"/>
          </a:gradFill>
          <a:ln w="10800">
            <a:noFill/>
          </a:ln>
        </p:spPr>
        <p:style>
          <a:lnRef idx="0"/>
          <a:fillRef idx="0"/>
          <a:effectRef idx="0"/>
          <a:fontRef idx="minor"/>
        </p:style>
        <p:txBody>
          <a:bodyPr wrap="none" lIns="90000" rIns="90000" tIns="-39960" bIns="-39960" anchor="t">
            <a:noAutofit/>
          </a:bodyPr>
          <a:p>
            <a:pPr>
              <a:lnSpc>
                <a:spcPct val="100000"/>
              </a:lnSpc>
            </a:pPr>
            <a:endParaRPr b="0" lang="en-GB" sz="1800" strike="noStrike" u="none">
              <a:solidFill>
                <a:srgbClr val="ffffff"/>
              </a:solidFill>
              <a:effectLst/>
              <a:uFillTx/>
              <a:latin typeface="Arial"/>
              <a:ea typeface="DejaVu Sans"/>
            </a:endParaRPr>
          </a:p>
        </p:txBody>
      </p:sp>
      <p:sp>
        <p:nvSpPr>
          <p:cNvPr id="68" name=""/>
          <p:cNvSpPr/>
          <p:nvPr/>
        </p:nvSpPr>
        <p:spPr>
          <a:xfrm>
            <a:off x="9819720" y="474480"/>
            <a:ext cx="6480" cy="492480"/>
          </a:xfrm>
          <a:custGeom>
            <a:avLst/>
            <a:gdLst>
              <a:gd name="textAreaLeft" fmla="*/ 1080 w 6480"/>
              <a:gd name="textAreaRight" fmla="*/ 6120 w 6480"/>
              <a:gd name="textAreaTop" fmla="*/ 1080 h 492480"/>
              <a:gd name="textAreaBottom" fmla="*/ 492120 h 492480"/>
            </a:gdLst>
            <a:ahLst/>
            <a:cxnLst/>
            <a:rect l="textAreaLeft" t="textAreaTop" r="textAreaRight" b="textAreaBottom"/>
            <a:pathLst>
              <a:path w="21600" h="1410171">
                <a:moveTo>
                  <a:pt x="10800" y="0"/>
                </a:moveTo>
                <a:arcTo wR="10800" hR="10800" stAng="16200000" swAng="-5400000"/>
                <a:lnTo>
                  <a:pt x="0" y="1399371"/>
                </a:lnTo>
                <a:arcTo wR="10800" hR="10800" stAng="10800000" swAng="-5400000"/>
                <a:lnTo>
                  <a:pt x="10800" y="1410171"/>
                </a:lnTo>
                <a:arcTo wR="10800" hR="10800" stAng="5400000" swAng="-5400000"/>
                <a:lnTo>
                  <a:pt x="21600" y="10800"/>
                </a:lnTo>
                <a:arcTo wR="10800" hR="10800" stAng="0" swAng="-5400000"/>
                <a:close/>
              </a:path>
            </a:pathLst>
          </a:custGeom>
          <a:solidFill>
            <a:srgbClr val="cccccc"/>
          </a:solidFill>
          <a:ln w="10800">
            <a:noFill/>
          </a:ln>
        </p:spPr>
        <p:style>
          <a:lnRef idx="0"/>
          <a:fillRef idx="0"/>
          <a:effectRef idx="0"/>
          <a:fontRef idx="minor"/>
        </p:style>
        <p:txBody>
          <a:bodyPr wrap="none" lIns="90000" rIns="90000" tIns="45000" bIns="45000" anchor="t">
            <a:noAutofit/>
          </a:bodyPr>
          <a:p>
            <a:pPr>
              <a:lnSpc>
                <a:spcPct val="100000"/>
              </a:lnSpc>
            </a:pPr>
            <a:endParaRPr b="0" lang="en-GB" sz="1800" strike="noStrike" u="none">
              <a:solidFill>
                <a:srgbClr val="000000"/>
              </a:solidFill>
              <a:effectLst/>
              <a:uFillTx/>
              <a:latin typeface="Arial"/>
              <a:ea typeface="DejaVu Sans"/>
            </a:endParaRPr>
          </a:p>
        </p:txBody>
      </p:sp>
      <p:sp>
        <p:nvSpPr>
          <p:cNvPr id="69" name=""/>
          <p:cNvSpPr/>
          <p:nvPr/>
        </p:nvSpPr>
        <p:spPr>
          <a:xfrm>
            <a:off x="1900800" y="5204880"/>
            <a:ext cx="7464600" cy="6480"/>
          </a:xfrm>
          <a:prstGeom prst="roundRect">
            <a:avLst>
              <a:gd name="adj" fmla="val 50000"/>
            </a:avLst>
          </a:prstGeom>
          <a:gradFill rotWithShape="0">
            <a:gsLst>
              <a:gs pos="0">
                <a:srgbClr val="333333"/>
              </a:gs>
              <a:gs pos="100000">
                <a:srgbClr val="cccccc"/>
              </a:gs>
            </a:gsLst>
            <a:lin ang="0"/>
          </a:gradFill>
          <a:ln w="10800">
            <a:noFill/>
          </a:ln>
        </p:spPr>
        <p:style>
          <a:lnRef idx="0"/>
          <a:fillRef idx="0"/>
          <a:effectRef idx="0"/>
          <a:fontRef idx="minor"/>
        </p:style>
        <p:txBody>
          <a:bodyPr wrap="none" lIns="90000" rIns="90000" tIns="-39960" bIns="-39960" anchor="t">
            <a:noAutofit/>
          </a:bodyPr>
          <a:p>
            <a:pPr>
              <a:lnSpc>
                <a:spcPct val="100000"/>
              </a:lnSpc>
            </a:pPr>
            <a:endParaRPr b="0" lang="en-GB" sz="1800" strike="noStrike" u="none">
              <a:solidFill>
                <a:srgbClr val="ffffff"/>
              </a:solidFill>
              <a:effectLst/>
              <a:uFillTx/>
              <a:latin typeface="Arial"/>
              <a:ea typeface="DejaVu Sans"/>
            </a:endParaRPr>
          </a:p>
        </p:txBody>
      </p:sp>
      <p:sp>
        <p:nvSpPr>
          <p:cNvPr id="70" name=""/>
          <p:cNvSpPr/>
          <p:nvPr/>
        </p:nvSpPr>
        <p:spPr>
          <a:xfrm>
            <a:off x="9259920" y="4917240"/>
            <a:ext cx="6480" cy="348840"/>
          </a:xfrm>
          <a:custGeom>
            <a:avLst/>
            <a:gdLst>
              <a:gd name="textAreaLeft" fmla="*/ 1080 w 6480"/>
              <a:gd name="textAreaRight" fmla="*/ 6120 w 6480"/>
              <a:gd name="textAreaTop" fmla="*/ 1080 h 348840"/>
              <a:gd name="textAreaBottom" fmla="*/ 348480 h 348840"/>
            </a:gdLst>
            <a:ahLst/>
            <a:cxnLst/>
            <a:rect l="textAreaLeft" t="textAreaTop" r="textAreaRight" b="textAreaBottom"/>
            <a:pathLst>
              <a:path w="21600" h="999771">
                <a:moveTo>
                  <a:pt x="10800" y="0"/>
                </a:moveTo>
                <a:arcTo wR="10800" hR="10800" stAng="16200000" swAng="-5400000"/>
                <a:lnTo>
                  <a:pt x="0" y="988971"/>
                </a:lnTo>
                <a:arcTo wR="10800" hR="10800" stAng="10800000" swAng="-5400000"/>
                <a:lnTo>
                  <a:pt x="10800" y="999771"/>
                </a:lnTo>
                <a:arcTo wR="10800" hR="10800" stAng="5400000" swAng="-5400000"/>
                <a:lnTo>
                  <a:pt x="21600" y="10800"/>
                </a:lnTo>
                <a:arcTo wR="10800" hR="10800" stAng="0" swAng="-5400000"/>
                <a:close/>
              </a:path>
            </a:pathLst>
          </a:custGeom>
          <a:solidFill>
            <a:srgbClr val="cccccc"/>
          </a:solidFill>
          <a:ln w="10800">
            <a:noFill/>
          </a:ln>
        </p:spPr>
        <p:style>
          <a:lnRef idx="0"/>
          <a:fillRef idx="0"/>
          <a:effectRef idx="0"/>
          <a:fontRef idx="minor"/>
        </p:style>
        <p:txBody>
          <a:bodyPr wrap="none" lIns="90000" rIns="90000" tIns="45000" bIns="45000" anchor="t">
            <a:noAutofit/>
          </a:bodyPr>
          <a:p>
            <a:pPr>
              <a:lnSpc>
                <a:spcPct val="100000"/>
              </a:lnSpc>
            </a:pPr>
            <a:endParaRPr b="0" lang="en-GB" sz="1800" strike="noStrike" u="none">
              <a:solidFill>
                <a:srgbClr val="000000"/>
              </a:solidFill>
              <a:effectLst/>
              <a:uFillTx/>
              <a:latin typeface="Arial"/>
              <a:ea typeface="DejaVu Sans"/>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8.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8.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5.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8.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8.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8.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8.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6.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 name="PlaceHolder 1"/>
          <p:cNvSpPr>
            <a:spLocks noGrp="1"/>
          </p:cNvSpPr>
          <p:nvPr>
            <p:ph type="title"/>
          </p:nvPr>
        </p:nvSpPr>
        <p:spPr>
          <a:xfrm>
            <a:off x="144000" y="3887280"/>
            <a:ext cx="8999280" cy="659160"/>
          </a:xfrm>
          <a:prstGeom prst="rect">
            <a:avLst/>
          </a:prstGeom>
          <a:noFill/>
          <a:ln w="0">
            <a:noFill/>
          </a:ln>
        </p:spPr>
        <p:txBody>
          <a:bodyPr lIns="0" rIns="0" tIns="0" bIns="0" anchor="ctr">
            <a:spAutoFit/>
          </a:bodyPr>
          <a:p>
            <a:pPr indent="0">
              <a:lnSpc>
                <a:spcPct val="100000"/>
              </a:lnSpc>
              <a:buNone/>
              <a:tabLst>
                <a:tab algn="l" pos="0"/>
              </a:tabLst>
            </a:pPr>
            <a:r>
              <a:rPr b="0" lang="en-GB" sz="4400" strike="noStrike" u="none">
                <a:solidFill>
                  <a:srgbClr val="ffffff"/>
                </a:solidFill>
                <a:effectLst/>
                <a:uFillTx/>
                <a:latin typeface="Arial"/>
              </a:rPr>
              <a:t>DevOps - Developer Stories</a:t>
            </a:r>
            <a:endParaRPr b="0" lang="en-GB" sz="4400" strike="noStrike" u="none">
              <a:solidFill>
                <a:srgbClr val="ffffff"/>
              </a:solidFill>
              <a:effectLst/>
              <a:uFillTx/>
              <a:latin typeface="Arial"/>
            </a:endParaRPr>
          </a:p>
        </p:txBody>
      </p:sp>
    </p:spTree>
  </p:cSld>
  <mc:AlternateContent>
    <mc:Choice Requires="p14">
      <p:transition spd="slow" advTm="30000" p14:dur="2000"/>
    </mc:Choice>
    <mc:Fallback>
      <p:transition spd="slow" advTm="30000"/>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 name="PlaceHolder 1"/>
          <p:cNvSpPr>
            <a:spLocks noGrp="1"/>
          </p:cNvSpPr>
          <p:nvPr>
            <p:ph type="title"/>
          </p:nvPr>
        </p:nvSpPr>
        <p:spPr>
          <a:xfrm>
            <a:off x="144000" y="71280"/>
            <a:ext cx="9539280" cy="648720"/>
          </a:xfrm>
          <a:prstGeom prst="rect">
            <a:avLst/>
          </a:prstGeom>
          <a:noFill/>
          <a:ln w="0">
            <a:noFill/>
          </a:ln>
        </p:spPr>
        <p:txBody>
          <a:bodyPr lIns="0" rIns="0" tIns="0" bIns="0" anchor="ctr">
            <a:spAutoFit/>
          </a:bodyPr>
          <a:p>
            <a:pPr indent="0">
              <a:lnSpc>
                <a:spcPct val="100000"/>
              </a:lnSpc>
              <a:buNone/>
              <a:tabLst>
                <a:tab algn="l" pos="0"/>
              </a:tabLst>
            </a:pPr>
            <a:r>
              <a:rPr b="0" lang="en-GB" sz="4400" strike="noStrike" u="none">
                <a:solidFill>
                  <a:srgbClr val="ffffff"/>
                </a:solidFill>
                <a:effectLst/>
                <a:uFillTx/>
                <a:latin typeface="Arial"/>
              </a:rPr>
              <a:t>DevOps</a:t>
            </a:r>
            <a:endParaRPr b="0" lang="en-GB" sz="4400" strike="noStrike" u="none">
              <a:solidFill>
                <a:srgbClr val="ffffff"/>
              </a:solidFill>
              <a:effectLst/>
              <a:uFillTx/>
              <a:latin typeface="Arial"/>
            </a:endParaRPr>
          </a:p>
        </p:txBody>
      </p:sp>
      <p:sp>
        <p:nvSpPr>
          <p:cNvPr id="73" name="PlaceHolder 2"/>
          <p:cNvSpPr>
            <a:spLocks noGrp="1"/>
          </p:cNvSpPr>
          <p:nvPr>
            <p:ph/>
          </p:nvPr>
        </p:nvSpPr>
        <p:spPr>
          <a:xfrm>
            <a:off x="504000" y="1326600"/>
            <a:ext cx="9071280" cy="3287520"/>
          </a:xfrm>
          <a:prstGeom prst="rect">
            <a:avLst/>
          </a:prstGeom>
          <a:noFill/>
          <a:ln w="0">
            <a:noFill/>
          </a:ln>
        </p:spPr>
        <p:txBody>
          <a:bodyPr lIns="0" rIns="0" tIns="0" bIns="0" anchor="t">
            <a:normAutofit/>
          </a:bodyPr>
          <a:p>
            <a:pPr marL="432000" indent="-324000">
              <a:lnSpc>
                <a:spcPct val="100000"/>
              </a:lnSpc>
              <a:spcBef>
                <a:spcPts val="1191"/>
              </a:spcBef>
              <a:spcAft>
                <a:spcPts val="992"/>
              </a:spcAft>
              <a:buClr>
                <a:srgbClr val="ffffff"/>
              </a:buClr>
              <a:buFont typeface="StarSymbol"/>
              <a:buAutoNum type="arabicParenR"/>
            </a:pPr>
            <a:r>
              <a:rPr b="0" lang="en-GB" sz="3200" strike="noStrike" u="none">
                <a:solidFill>
                  <a:srgbClr val="ffffff"/>
                </a:solidFill>
                <a:effectLst/>
                <a:uFillTx/>
                <a:latin typeface="Arial"/>
              </a:rPr>
              <a:t> Introduction</a:t>
            </a:r>
            <a:endParaRPr b="0" lang="en-GB" sz="3200" strike="noStrike" u="none">
              <a:solidFill>
                <a:srgbClr val="ffffff"/>
              </a:solidFill>
              <a:effectLst/>
              <a:uFillTx/>
              <a:latin typeface="Arial"/>
            </a:endParaRPr>
          </a:p>
          <a:p>
            <a:pPr marL="432000" indent="-324000">
              <a:lnSpc>
                <a:spcPct val="100000"/>
              </a:lnSpc>
              <a:spcBef>
                <a:spcPts val="1191"/>
              </a:spcBef>
              <a:spcAft>
                <a:spcPts val="992"/>
              </a:spcAft>
              <a:buClr>
                <a:srgbClr val="ffffff"/>
              </a:buClr>
              <a:buFont typeface="StarSymbol"/>
              <a:buAutoNum type="arabicParenR"/>
            </a:pPr>
            <a:r>
              <a:rPr b="0" lang="en-GB" sz="3200" strike="noStrike" u="none">
                <a:solidFill>
                  <a:srgbClr val="ffffff"/>
                </a:solidFill>
                <a:effectLst/>
                <a:uFillTx/>
                <a:latin typeface="Arial"/>
              </a:rPr>
              <a:t> Developer Stories</a:t>
            </a:r>
            <a:endParaRPr b="0" lang="en-GB" sz="3200" strike="noStrike" u="none">
              <a:solidFill>
                <a:srgbClr val="ffffff"/>
              </a:solidFill>
              <a:effectLst/>
              <a:uFillTx/>
              <a:latin typeface="Arial"/>
            </a:endParaRPr>
          </a:p>
          <a:p>
            <a:pPr marL="432000" indent="-324000">
              <a:lnSpc>
                <a:spcPct val="100000"/>
              </a:lnSpc>
              <a:spcBef>
                <a:spcPts val="1191"/>
              </a:spcBef>
              <a:spcAft>
                <a:spcPts val="992"/>
              </a:spcAft>
              <a:buClr>
                <a:srgbClr val="ffffff"/>
              </a:buClr>
              <a:buFont typeface="StarSymbol"/>
              <a:buAutoNum type="arabicParenR"/>
            </a:pPr>
            <a:r>
              <a:rPr b="0" lang="en-GB" sz="3200" strike="noStrike" u="none">
                <a:solidFill>
                  <a:srgbClr val="ffffff"/>
                </a:solidFill>
                <a:effectLst/>
                <a:uFillTx/>
                <a:latin typeface="Arial"/>
              </a:rPr>
              <a:t> Conclusions</a:t>
            </a:r>
            <a:endParaRPr b="0" lang="en-GB" sz="3200" strike="noStrike" u="none">
              <a:solidFill>
                <a:srgbClr val="ffffff"/>
              </a:solidFill>
              <a:effectLst/>
              <a:uFillTx/>
              <a:latin typeface="Arial"/>
            </a:endParaRPr>
          </a:p>
        </p:txBody>
      </p:sp>
    </p:spTree>
  </p:cSld>
  <mc:AlternateContent>
    <mc:Choice Requires="p14">
      <p:transition spd="slow" advTm="30000" p14:dur="2000"/>
    </mc:Choice>
    <mc:Fallback>
      <p:transition spd="slow" advTm="30000"/>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 name="PlaceHolder 1"/>
          <p:cNvSpPr>
            <a:spLocks noGrp="1"/>
          </p:cNvSpPr>
          <p:nvPr>
            <p:ph type="title"/>
          </p:nvPr>
        </p:nvSpPr>
        <p:spPr>
          <a:xfrm>
            <a:off x="144000" y="71280"/>
            <a:ext cx="9539280" cy="648720"/>
          </a:xfrm>
          <a:prstGeom prst="rect">
            <a:avLst/>
          </a:prstGeom>
          <a:noFill/>
          <a:ln w="0">
            <a:noFill/>
          </a:ln>
        </p:spPr>
        <p:txBody>
          <a:bodyPr lIns="0" rIns="0" tIns="0" bIns="0" anchor="ctr">
            <a:spAutoFit/>
          </a:bodyPr>
          <a:p>
            <a:pPr indent="0">
              <a:lnSpc>
                <a:spcPct val="100000"/>
              </a:lnSpc>
              <a:buNone/>
              <a:tabLst>
                <a:tab algn="l" pos="0"/>
              </a:tabLst>
            </a:pPr>
            <a:r>
              <a:rPr b="0" lang="en-GB" sz="4400" strike="noStrike" u="none">
                <a:solidFill>
                  <a:srgbClr val="ffffff"/>
                </a:solidFill>
                <a:effectLst/>
                <a:uFillTx/>
                <a:latin typeface="Arial"/>
              </a:rPr>
              <a:t>DevOps</a:t>
            </a:r>
            <a:endParaRPr b="0" lang="en-GB" sz="4400" strike="noStrike" u="none">
              <a:solidFill>
                <a:srgbClr val="ffffff"/>
              </a:solidFill>
              <a:effectLst/>
              <a:uFillTx/>
              <a:latin typeface="Arial"/>
            </a:endParaRPr>
          </a:p>
        </p:txBody>
      </p:sp>
      <p:sp>
        <p:nvSpPr>
          <p:cNvPr id="75" name="PlaceHolder 2"/>
          <p:cNvSpPr>
            <a:spLocks noGrp="1"/>
          </p:cNvSpPr>
          <p:nvPr>
            <p:ph/>
          </p:nvPr>
        </p:nvSpPr>
        <p:spPr>
          <a:xfrm>
            <a:off x="504000" y="1326600"/>
            <a:ext cx="9071280" cy="3287520"/>
          </a:xfrm>
          <a:prstGeom prst="rect">
            <a:avLst/>
          </a:prstGeom>
          <a:noFill/>
          <a:ln w="0">
            <a:noFill/>
          </a:ln>
        </p:spPr>
        <p:txBody>
          <a:bodyPr lIns="0" rIns="0" tIns="0" bIns="0" anchor="t">
            <a:normAutofit/>
          </a:bodyPr>
          <a:p>
            <a:pPr indent="0">
              <a:lnSpc>
                <a:spcPct val="100000"/>
              </a:lnSpc>
              <a:spcBef>
                <a:spcPts val="1191"/>
              </a:spcBef>
              <a:spcAft>
                <a:spcPts val="992"/>
              </a:spcAft>
              <a:buNone/>
            </a:pPr>
            <a:r>
              <a:rPr b="0" lang="en-GB" sz="2600" strike="noStrike" u="none">
                <a:solidFill>
                  <a:srgbClr val="ffffff"/>
                </a:solidFill>
                <a:effectLst/>
                <a:uFillTx/>
                <a:latin typeface="Arial"/>
              </a:rPr>
              <a:t>DevOps is an organisational approach to collaboration between, but not limited to, development and IT operations teams allowing for quicker and more secure system development and release (Dyck, Penners and Lichter, 2015).</a:t>
            </a:r>
            <a:endParaRPr b="0" lang="en-GB" sz="2600" strike="noStrike" u="none">
              <a:solidFill>
                <a:srgbClr val="ffffff"/>
              </a:solidFill>
              <a:effectLst/>
              <a:uFillTx/>
              <a:latin typeface="Arial"/>
            </a:endParaRPr>
          </a:p>
        </p:txBody>
      </p:sp>
    </p:spTree>
  </p:cSld>
  <mc:AlternateContent>
    <mc:Choice Requires="p14">
      <p:transition spd="slow" advTm="60000" p14:dur="2000"/>
    </mc:Choice>
    <mc:Fallback>
      <p:transition spd="slow" advTm="60000"/>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show="0">
  <p:cSld>
    <p:spTree>
      <p:nvGrpSpPr>
        <p:cNvPr id="1" name=""/>
        <p:cNvGrpSpPr/>
        <p:nvPr/>
      </p:nvGrpSpPr>
      <p:grpSpPr>
        <a:xfrm>
          <a:off x="0" y="0"/>
          <a:ext cx="0" cy="0"/>
          <a:chOff x="0" y="0"/>
          <a:chExt cx="0" cy="0"/>
        </a:xfrm>
      </p:grpSpPr>
      <p:sp>
        <p:nvSpPr>
          <p:cNvPr id="76" name="PlaceHolder 1"/>
          <p:cNvSpPr>
            <a:spLocks noGrp="1"/>
          </p:cNvSpPr>
          <p:nvPr>
            <p:ph type="title"/>
          </p:nvPr>
        </p:nvSpPr>
        <p:spPr>
          <a:xfrm>
            <a:off x="144000" y="71280"/>
            <a:ext cx="9539280" cy="648720"/>
          </a:xfrm>
          <a:prstGeom prst="rect">
            <a:avLst/>
          </a:prstGeom>
          <a:noFill/>
          <a:ln w="0">
            <a:noFill/>
          </a:ln>
        </p:spPr>
        <p:txBody>
          <a:bodyPr lIns="0" rIns="0" tIns="0" bIns="0" anchor="ctr">
            <a:spAutoFit/>
          </a:bodyPr>
          <a:p>
            <a:pPr indent="0">
              <a:lnSpc>
                <a:spcPct val="100000"/>
              </a:lnSpc>
              <a:buNone/>
              <a:tabLst>
                <a:tab algn="l" pos="0"/>
              </a:tabLst>
            </a:pPr>
            <a:r>
              <a:rPr b="0" lang="en-GB" sz="4400" strike="noStrike" u="none">
                <a:solidFill>
                  <a:srgbClr val="ffffff"/>
                </a:solidFill>
                <a:effectLst/>
                <a:uFillTx/>
                <a:latin typeface="Arial"/>
              </a:rPr>
              <a:t>1.</a:t>
            </a:r>
            <a:endParaRPr b="0" lang="en-GB" sz="4400" strike="noStrike" u="none">
              <a:solidFill>
                <a:srgbClr val="ffffff"/>
              </a:solidFill>
              <a:effectLst/>
              <a:uFillTx/>
              <a:latin typeface="Arial"/>
            </a:endParaRPr>
          </a:p>
        </p:txBody>
      </p:sp>
      <p:sp>
        <p:nvSpPr>
          <p:cNvPr id="77" name="PlaceHolder 2"/>
          <p:cNvSpPr>
            <a:spLocks noGrp="1"/>
          </p:cNvSpPr>
          <p:nvPr>
            <p:ph/>
          </p:nvPr>
        </p:nvSpPr>
        <p:spPr>
          <a:xfrm>
            <a:off x="504000" y="1326600"/>
            <a:ext cx="9071280" cy="3287520"/>
          </a:xfrm>
          <a:prstGeom prst="rect">
            <a:avLst/>
          </a:prstGeom>
          <a:noFill/>
          <a:ln w="0">
            <a:noFill/>
          </a:ln>
        </p:spPr>
        <p:txBody>
          <a:bodyPr lIns="0" rIns="0" tIns="0" bIns="0" anchor="t">
            <a:normAutofit/>
          </a:bodyPr>
          <a:p>
            <a:pPr indent="0">
              <a:lnSpc>
                <a:spcPct val="100000"/>
              </a:lnSpc>
              <a:spcBef>
                <a:spcPts val="1191"/>
              </a:spcBef>
              <a:spcAft>
                <a:spcPts val="992"/>
              </a:spcAft>
              <a:buNone/>
              <a:tabLst>
                <a:tab algn="l" pos="0"/>
              </a:tabLst>
            </a:pPr>
            <a:r>
              <a:rPr b="0" lang="en-GB" sz="3200" strike="noStrike" u="none">
                <a:solidFill>
                  <a:srgbClr val="ffffff"/>
                </a:solidFill>
                <a:effectLst/>
                <a:uFillTx/>
                <a:latin typeface="Arial"/>
              </a:rPr>
              <a:t>As a software developer the use of git allows for version control, easier code review and collaboration.</a:t>
            </a:r>
            <a:endParaRPr b="0" lang="en-GB" sz="3200" strike="noStrike" u="none">
              <a:solidFill>
                <a:srgbClr val="ffffff"/>
              </a:solidFill>
              <a:effectLst/>
              <a:uFillTx/>
              <a:latin typeface="Arial"/>
            </a:endParaRPr>
          </a:p>
        </p:txBody>
      </p:sp>
    </p:spTree>
  </p:cSld>
  <mc:AlternateContent>
    <mc:Choice Requires="p14">
      <p:transition spd="slow" advTm="30000" p14:dur="2000"/>
    </mc:Choice>
    <mc:Fallback>
      <p:transition spd="slow" advTm="30000"/>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show="0">
  <p:cSld>
    <p:spTree>
      <p:nvGrpSpPr>
        <p:cNvPr id="1" name=""/>
        <p:cNvGrpSpPr/>
        <p:nvPr/>
      </p:nvGrpSpPr>
      <p:grpSpPr>
        <a:xfrm>
          <a:off x="0" y="0"/>
          <a:ext cx="0" cy="0"/>
          <a:chOff x="0" y="0"/>
          <a:chExt cx="0" cy="0"/>
        </a:xfrm>
      </p:grpSpPr>
      <p:sp>
        <p:nvSpPr>
          <p:cNvPr id="78" name="PlaceHolder 1"/>
          <p:cNvSpPr>
            <a:spLocks noGrp="1"/>
          </p:cNvSpPr>
          <p:nvPr>
            <p:ph type="title"/>
          </p:nvPr>
        </p:nvSpPr>
        <p:spPr>
          <a:xfrm>
            <a:off x="144000" y="71280"/>
            <a:ext cx="9539280" cy="648720"/>
          </a:xfrm>
          <a:prstGeom prst="rect">
            <a:avLst/>
          </a:prstGeom>
          <a:noFill/>
          <a:ln w="0">
            <a:noFill/>
          </a:ln>
        </p:spPr>
        <p:txBody>
          <a:bodyPr lIns="0" rIns="0" tIns="0" bIns="0" anchor="ctr">
            <a:spAutoFit/>
          </a:bodyPr>
          <a:p>
            <a:pPr indent="0">
              <a:lnSpc>
                <a:spcPct val="100000"/>
              </a:lnSpc>
              <a:buNone/>
              <a:tabLst>
                <a:tab algn="l" pos="0"/>
              </a:tabLst>
            </a:pPr>
            <a:r>
              <a:rPr b="0" lang="en-GB" sz="4400" strike="noStrike" u="none">
                <a:solidFill>
                  <a:srgbClr val="ffffff"/>
                </a:solidFill>
                <a:effectLst/>
                <a:uFillTx/>
                <a:latin typeface="Arial"/>
              </a:rPr>
              <a:t>2.</a:t>
            </a:r>
            <a:endParaRPr b="0" lang="en-GB" sz="4400" strike="noStrike" u="none">
              <a:solidFill>
                <a:srgbClr val="ffffff"/>
              </a:solidFill>
              <a:effectLst/>
              <a:uFillTx/>
              <a:latin typeface="Arial"/>
            </a:endParaRPr>
          </a:p>
        </p:txBody>
      </p:sp>
      <p:sp>
        <p:nvSpPr>
          <p:cNvPr id="79" name="PlaceHolder 2"/>
          <p:cNvSpPr>
            <a:spLocks noGrp="1"/>
          </p:cNvSpPr>
          <p:nvPr>
            <p:ph/>
          </p:nvPr>
        </p:nvSpPr>
        <p:spPr>
          <a:xfrm>
            <a:off x="504000" y="1326600"/>
            <a:ext cx="9071280" cy="3287520"/>
          </a:xfrm>
          <a:prstGeom prst="rect">
            <a:avLst/>
          </a:prstGeom>
          <a:noFill/>
          <a:ln w="0">
            <a:noFill/>
          </a:ln>
        </p:spPr>
        <p:txBody>
          <a:bodyPr lIns="0" rIns="0" tIns="0" bIns="0" anchor="t">
            <a:normAutofit/>
          </a:bodyPr>
          <a:p>
            <a:pPr indent="0">
              <a:lnSpc>
                <a:spcPct val="100000"/>
              </a:lnSpc>
              <a:spcBef>
                <a:spcPts val="1191"/>
              </a:spcBef>
              <a:spcAft>
                <a:spcPts val="992"/>
              </a:spcAft>
              <a:buNone/>
              <a:tabLst>
                <a:tab algn="l" pos="0"/>
              </a:tabLst>
            </a:pPr>
            <a:r>
              <a:rPr b="0" lang="en-GB" sz="3200" strike="noStrike" u="none">
                <a:solidFill>
                  <a:srgbClr val="ffffff"/>
                </a:solidFill>
                <a:effectLst/>
                <a:uFillTx/>
                <a:latin typeface="Arial"/>
              </a:rPr>
              <a:t>As a developer </a:t>
            </a:r>
            <a:r>
              <a:rPr b="0" lang="en-GB" sz="3200" strike="noStrike" u="none">
                <a:solidFill>
                  <a:srgbClr val="ffffff"/>
                </a:solidFill>
                <a:effectLst/>
                <a:uFillTx/>
                <a:latin typeface="Arial"/>
              </a:rPr>
              <a:t>automation of the process </a:t>
            </a:r>
            <a:r>
              <a:rPr b="0" lang="en-GB" sz="3200" strike="noStrike" u="none">
                <a:solidFill>
                  <a:srgbClr val="ffffff"/>
                </a:solidFill>
                <a:effectLst/>
                <a:uFillTx/>
                <a:latin typeface="Arial"/>
              </a:rPr>
              <a:t>is key to producing more </a:t>
            </a:r>
            <a:r>
              <a:rPr b="0" lang="en-GB" sz="3200" strike="noStrike" u="none">
                <a:solidFill>
                  <a:srgbClr val="ffffff"/>
                </a:solidFill>
                <a:effectLst/>
                <a:uFillTx/>
                <a:latin typeface="Arial"/>
              </a:rPr>
              <a:t>reliable and higher quality </a:t>
            </a:r>
            <a:r>
              <a:rPr b="0" lang="en-GB" sz="3200" strike="noStrike" u="none">
                <a:solidFill>
                  <a:srgbClr val="ffffff"/>
                </a:solidFill>
                <a:effectLst/>
                <a:uFillTx/>
                <a:latin typeface="Arial"/>
              </a:rPr>
              <a:t>end products.</a:t>
            </a:r>
            <a:endParaRPr b="0" lang="en-GB" sz="3200" strike="noStrike" u="none">
              <a:solidFill>
                <a:srgbClr val="ffffff"/>
              </a:solidFill>
              <a:effectLst/>
              <a:uFillTx/>
              <a:latin typeface="Arial"/>
            </a:endParaRPr>
          </a:p>
        </p:txBody>
      </p:sp>
    </p:spTree>
  </p:cSld>
  <mc:AlternateContent>
    <mc:Choice Requires="p14">
      <p:transition spd="slow" advTm="30000" p14:dur="2000"/>
    </mc:Choice>
    <mc:Fallback>
      <p:transition spd="slow" advTm="30000"/>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show="0">
  <p:cSld>
    <p:spTree>
      <p:nvGrpSpPr>
        <p:cNvPr id="1" name=""/>
        <p:cNvGrpSpPr/>
        <p:nvPr/>
      </p:nvGrpSpPr>
      <p:grpSpPr>
        <a:xfrm>
          <a:off x="0" y="0"/>
          <a:ext cx="0" cy="0"/>
          <a:chOff x="0" y="0"/>
          <a:chExt cx="0" cy="0"/>
        </a:xfrm>
      </p:grpSpPr>
      <p:sp>
        <p:nvSpPr>
          <p:cNvPr id="80" name="PlaceHolder 1"/>
          <p:cNvSpPr>
            <a:spLocks noGrp="1"/>
          </p:cNvSpPr>
          <p:nvPr>
            <p:ph type="title"/>
          </p:nvPr>
        </p:nvSpPr>
        <p:spPr>
          <a:xfrm>
            <a:off x="144000" y="71280"/>
            <a:ext cx="9539280" cy="648720"/>
          </a:xfrm>
          <a:prstGeom prst="rect">
            <a:avLst/>
          </a:prstGeom>
          <a:noFill/>
          <a:ln w="0">
            <a:noFill/>
          </a:ln>
        </p:spPr>
        <p:txBody>
          <a:bodyPr lIns="0" rIns="0" tIns="0" bIns="0" anchor="ctr">
            <a:spAutoFit/>
          </a:bodyPr>
          <a:p>
            <a:pPr indent="0">
              <a:lnSpc>
                <a:spcPct val="100000"/>
              </a:lnSpc>
              <a:buNone/>
              <a:tabLst>
                <a:tab algn="l" pos="0"/>
              </a:tabLst>
            </a:pPr>
            <a:r>
              <a:rPr b="0" lang="en-GB" sz="4400" strike="noStrike" u="none">
                <a:solidFill>
                  <a:srgbClr val="ffffff"/>
                </a:solidFill>
                <a:effectLst/>
                <a:uFillTx/>
                <a:latin typeface="Arial"/>
              </a:rPr>
              <a:t>3.</a:t>
            </a:r>
            <a:endParaRPr b="0" lang="en-GB" sz="4400" strike="noStrike" u="none">
              <a:solidFill>
                <a:srgbClr val="ffffff"/>
              </a:solidFill>
              <a:effectLst/>
              <a:uFillTx/>
              <a:latin typeface="Arial"/>
            </a:endParaRPr>
          </a:p>
        </p:txBody>
      </p:sp>
      <p:sp>
        <p:nvSpPr>
          <p:cNvPr id="81" name="PlaceHolder 2"/>
          <p:cNvSpPr>
            <a:spLocks noGrp="1"/>
          </p:cNvSpPr>
          <p:nvPr>
            <p:ph/>
          </p:nvPr>
        </p:nvSpPr>
        <p:spPr>
          <a:xfrm>
            <a:off x="504000" y="1326600"/>
            <a:ext cx="9071280" cy="3287520"/>
          </a:xfrm>
          <a:prstGeom prst="rect">
            <a:avLst/>
          </a:prstGeom>
          <a:noFill/>
          <a:ln w="0">
            <a:noFill/>
          </a:ln>
        </p:spPr>
        <p:txBody>
          <a:bodyPr lIns="0" rIns="0" tIns="0" bIns="0" anchor="t">
            <a:normAutofit/>
          </a:bodyPr>
          <a:p>
            <a:pPr indent="0">
              <a:lnSpc>
                <a:spcPct val="100000"/>
              </a:lnSpc>
              <a:spcBef>
                <a:spcPts val="1191"/>
              </a:spcBef>
              <a:spcAft>
                <a:spcPts val="992"/>
              </a:spcAft>
              <a:buNone/>
              <a:tabLst>
                <a:tab algn="l" pos="0"/>
              </a:tabLst>
            </a:pPr>
            <a:r>
              <a:rPr b="0" lang="en-GB" sz="3200" strike="noStrike" u="none">
                <a:solidFill>
                  <a:srgbClr val="ffffff"/>
                </a:solidFill>
                <a:effectLst/>
                <a:uFillTx/>
                <a:latin typeface="Arial"/>
              </a:rPr>
              <a:t>As a code tester the Automation of basic testing allows me to ensure that the code hits a basic level of functionality.</a:t>
            </a:r>
            <a:endParaRPr b="0" lang="en-GB" sz="3200" strike="noStrike" u="none">
              <a:solidFill>
                <a:srgbClr val="ffffff"/>
              </a:solidFill>
              <a:effectLst/>
              <a:uFillTx/>
              <a:latin typeface="Arial"/>
            </a:endParaRPr>
          </a:p>
        </p:txBody>
      </p:sp>
    </p:spTree>
  </p:cSld>
  <mc:AlternateContent>
    <mc:Choice Requires="p14">
      <p:transition spd="slow" advTm="30000" p14:dur="2000"/>
    </mc:Choice>
    <mc:Fallback>
      <p:transition spd="slow" advTm="30000"/>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show="0">
  <p:cSld>
    <p:spTree>
      <p:nvGrpSpPr>
        <p:cNvPr id="1" name=""/>
        <p:cNvGrpSpPr/>
        <p:nvPr/>
      </p:nvGrpSpPr>
      <p:grpSpPr>
        <a:xfrm>
          <a:off x="0" y="0"/>
          <a:ext cx="0" cy="0"/>
          <a:chOff x="0" y="0"/>
          <a:chExt cx="0" cy="0"/>
        </a:xfrm>
      </p:grpSpPr>
      <p:sp>
        <p:nvSpPr>
          <p:cNvPr id="82" name="PlaceHolder 1"/>
          <p:cNvSpPr>
            <a:spLocks noGrp="1"/>
          </p:cNvSpPr>
          <p:nvPr>
            <p:ph type="title"/>
          </p:nvPr>
        </p:nvSpPr>
        <p:spPr>
          <a:xfrm>
            <a:off x="144000" y="71280"/>
            <a:ext cx="9539280" cy="648720"/>
          </a:xfrm>
          <a:prstGeom prst="rect">
            <a:avLst/>
          </a:prstGeom>
          <a:noFill/>
          <a:ln w="0">
            <a:noFill/>
          </a:ln>
        </p:spPr>
        <p:txBody>
          <a:bodyPr lIns="0" rIns="0" tIns="0" bIns="0" anchor="ctr">
            <a:spAutoFit/>
          </a:bodyPr>
          <a:p>
            <a:pPr indent="0">
              <a:lnSpc>
                <a:spcPct val="100000"/>
              </a:lnSpc>
              <a:buNone/>
              <a:tabLst>
                <a:tab algn="l" pos="0"/>
              </a:tabLst>
            </a:pPr>
            <a:r>
              <a:rPr b="0" lang="en-GB" sz="4400" strike="noStrike" u="none">
                <a:solidFill>
                  <a:srgbClr val="ffffff"/>
                </a:solidFill>
                <a:effectLst/>
                <a:uFillTx/>
                <a:latin typeface="Arial"/>
              </a:rPr>
              <a:t>4.</a:t>
            </a:r>
            <a:endParaRPr b="0" lang="en-GB" sz="4400" strike="noStrike" u="none">
              <a:solidFill>
                <a:srgbClr val="ffffff"/>
              </a:solidFill>
              <a:effectLst/>
              <a:uFillTx/>
              <a:latin typeface="Arial"/>
            </a:endParaRPr>
          </a:p>
        </p:txBody>
      </p:sp>
      <p:sp>
        <p:nvSpPr>
          <p:cNvPr id="83" name="PlaceHolder 2"/>
          <p:cNvSpPr>
            <a:spLocks noGrp="1"/>
          </p:cNvSpPr>
          <p:nvPr>
            <p:ph/>
          </p:nvPr>
        </p:nvSpPr>
        <p:spPr>
          <a:xfrm>
            <a:off x="504000" y="1326600"/>
            <a:ext cx="9071280" cy="3287520"/>
          </a:xfrm>
          <a:prstGeom prst="rect">
            <a:avLst/>
          </a:prstGeom>
          <a:noFill/>
          <a:ln w="0">
            <a:noFill/>
          </a:ln>
        </p:spPr>
        <p:txBody>
          <a:bodyPr lIns="0" rIns="0" tIns="0" bIns="0" anchor="t">
            <a:normAutofit/>
          </a:bodyPr>
          <a:p>
            <a:pPr indent="0">
              <a:lnSpc>
                <a:spcPct val="100000"/>
              </a:lnSpc>
              <a:spcBef>
                <a:spcPts val="1191"/>
              </a:spcBef>
              <a:spcAft>
                <a:spcPts val="992"/>
              </a:spcAft>
              <a:buNone/>
              <a:tabLst>
                <a:tab algn="l" pos="0"/>
              </a:tabLst>
            </a:pPr>
            <a:r>
              <a:rPr b="0" lang="en-GB" sz="3200" strike="noStrike" u="none">
                <a:solidFill>
                  <a:srgbClr val="ffffff"/>
                </a:solidFill>
                <a:effectLst/>
                <a:uFillTx/>
                <a:latin typeface="Arial"/>
              </a:rPr>
              <a:t>As a DevOps Engineer </a:t>
            </a:r>
            <a:r>
              <a:rPr b="0" lang="en-GB" sz="3200" strike="noStrike" u="none">
                <a:solidFill>
                  <a:srgbClr val="ffffff"/>
                </a:solidFill>
                <a:effectLst/>
                <a:uFillTx/>
                <a:latin typeface="Arial"/>
              </a:rPr>
              <a:t>deploying the </a:t>
            </a:r>
            <a:r>
              <a:rPr b="0" lang="en-GB" sz="3200" strike="noStrike" u="none">
                <a:solidFill>
                  <a:srgbClr val="ffffff"/>
                </a:solidFill>
                <a:effectLst/>
                <a:uFillTx/>
                <a:latin typeface="Arial"/>
              </a:rPr>
              <a:t>infrastructure as code </a:t>
            </a:r>
            <a:r>
              <a:rPr b="0" lang="en-GB" sz="3200" strike="noStrike" u="none">
                <a:solidFill>
                  <a:srgbClr val="ffffff"/>
                </a:solidFill>
                <a:effectLst/>
                <a:uFillTx/>
                <a:latin typeface="Arial"/>
              </a:rPr>
              <a:t>means that the </a:t>
            </a:r>
            <a:r>
              <a:rPr b="0" lang="en-GB" sz="3200" strike="noStrike" u="none">
                <a:solidFill>
                  <a:srgbClr val="ffffff"/>
                </a:solidFill>
                <a:effectLst/>
                <a:uFillTx/>
                <a:latin typeface="Arial"/>
              </a:rPr>
              <a:t>deployment process is </a:t>
            </a:r>
            <a:r>
              <a:rPr b="0" lang="en-GB" sz="3200" strike="noStrike" u="none">
                <a:solidFill>
                  <a:srgbClr val="ffffff"/>
                </a:solidFill>
                <a:effectLst/>
                <a:uFillTx/>
                <a:latin typeface="Arial"/>
              </a:rPr>
              <a:t>repeatable and </a:t>
            </a:r>
            <a:r>
              <a:rPr b="0" lang="en-GB" sz="3200" strike="noStrike" u="none">
                <a:solidFill>
                  <a:srgbClr val="ffffff"/>
                </a:solidFill>
                <a:effectLst/>
                <a:uFillTx/>
                <a:latin typeface="Arial"/>
              </a:rPr>
              <a:t>reproducible.</a:t>
            </a:r>
            <a:endParaRPr b="0" lang="en-GB" sz="3200" strike="noStrike" u="none">
              <a:solidFill>
                <a:srgbClr val="ffffff"/>
              </a:solidFill>
              <a:effectLst/>
              <a:uFillTx/>
              <a:latin typeface="Arial"/>
            </a:endParaRPr>
          </a:p>
        </p:txBody>
      </p:sp>
    </p:spTree>
  </p:cSld>
  <mc:AlternateContent>
    <mc:Choice Requires="p14">
      <p:transition spd="slow" advTm="30000" p14:dur="2000"/>
    </mc:Choice>
    <mc:Fallback>
      <p:transition spd="slow" advTm="30000"/>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show="0">
  <p:cSld>
    <p:spTree>
      <p:nvGrpSpPr>
        <p:cNvPr id="1" name=""/>
        <p:cNvGrpSpPr/>
        <p:nvPr/>
      </p:nvGrpSpPr>
      <p:grpSpPr>
        <a:xfrm>
          <a:off x="0" y="0"/>
          <a:ext cx="0" cy="0"/>
          <a:chOff x="0" y="0"/>
          <a:chExt cx="0" cy="0"/>
        </a:xfrm>
      </p:grpSpPr>
      <p:sp>
        <p:nvSpPr>
          <p:cNvPr id="84" name="PlaceHolder 1"/>
          <p:cNvSpPr>
            <a:spLocks noGrp="1"/>
          </p:cNvSpPr>
          <p:nvPr>
            <p:ph type="title"/>
          </p:nvPr>
        </p:nvSpPr>
        <p:spPr>
          <a:xfrm>
            <a:off x="144000" y="71280"/>
            <a:ext cx="9539280" cy="648720"/>
          </a:xfrm>
          <a:prstGeom prst="rect">
            <a:avLst/>
          </a:prstGeom>
          <a:noFill/>
          <a:ln w="0">
            <a:noFill/>
          </a:ln>
        </p:spPr>
        <p:txBody>
          <a:bodyPr lIns="0" rIns="0" tIns="0" bIns="0" anchor="ctr">
            <a:spAutoFit/>
          </a:bodyPr>
          <a:p>
            <a:pPr indent="0">
              <a:lnSpc>
                <a:spcPct val="100000"/>
              </a:lnSpc>
              <a:buNone/>
              <a:tabLst>
                <a:tab algn="l" pos="0"/>
              </a:tabLst>
            </a:pPr>
            <a:r>
              <a:rPr b="0" lang="en-GB" sz="4400" strike="noStrike" u="none">
                <a:solidFill>
                  <a:srgbClr val="ffffff"/>
                </a:solidFill>
                <a:effectLst/>
                <a:uFillTx/>
                <a:latin typeface="Arial"/>
              </a:rPr>
              <a:t>5.</a:t>
            </a:r>
            <a:endParaRPr b="0" lang="en-GB" sz="4400" strike="noStrike" u="none">
              <a:solidFill>
                <a:srgbClr val="ffffff"/>
              </a:solidFill>
              <a:effectLst/>
              <a:uFillTx/>
              <a:latin typeface="Arial"/>
            </a:endParaRPr>
          </a:p>
        </p:txBody>
      </p:sp>
      <p:sp>
        <p:nvSpPr>
          <p:cNvPr id="85" name="PlaceHolder 2"/>
          <p:cNvSpPr>
            <a:spLocks noGrp="1"/>
          </p:cNvSpPr>
          <p:nvPr>
            <p:ph/>
          </p:nvPr>
        </p:nvSpPr>
        <p:spPr>
          <a:xfrm>
            <a:off x="504000" y="1326600"/>
            <a:ext cx="9071280" cy="3287520"/>
          </a:xfrm>
          <a:prstGeom prst="rect">
            <a:avLst/>
          </a:prstGeom>
          <a:noFill/>
          <a:ln w="0">
            <a:noFill/>
          </a:ln>
        </p:spPr>
        <p:txBody>
          <a:bodyPr lIns="0" rIns="0" tIns="0" bIns="0" anchor="t">
            <a:normAutofit/>
          </a:bodyPr>
          <a:p>
            <a:pPr indent="0">
              <a:lnSpc>
                <a:spcPct val="100000"/>
              </a:lnSpc>
              <a:spcBef>
                <a:spcPts val="1191"/>
              </a:spcBef>
              <a:spcAft>
                <a:spcPts val="992"/>
              </a:spcAft>
              <a:buNone/>
              <a:tabLst>
                <a:tab algn="l" pos="0"/>
              </a:tabLst>
            </a:pPr>
            <a:r>
              <a:rPr b="0" lang="en-GB" sz="3200" strike="noStrike" u="none">
                <a:solidFill>
                  <a:srgbClr val="ffffff"/>
                </a:solidFill>
                <a:effectLst/>
                <a:uFillTx/>
                <a:latin typeface="Arial"/>
              </a:rPr>
              <a:t>As a security developer the standardised process allows for security to be baked into the process more easily.</a:t>
            </a:r>
            <a:endParaRPr b="0" lang="en-GB" sz="3200" strike="noStrike" u="none">
              <a:solidFill>
                <a:srgbClr val="ffffff"/>
              </a:solidFill>
              <a:effectLst/>
              <a:uFillTx/>
              <a:latin typeface="Arial"/>
            </a:endParaRPr>
          </a:p>
        </p:txBody>
      </p:sp>
    </p:spTree>
  </p:cSld>
  <mc:AlternateContent>
    <mc:Choice Requires="p14">
      <p:transition spd="slow" advTm="30000" p14:dur="2000"/>
    </mc:Choice>
    <mc:Fallback>
      <p:transition spd="slow" advTm="30000"/>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show="0">
  <p:cSld>
    <p:spTree>
      <p:nvGrpSpPr>
        <p:cNvPr id="1" name=""/>
        <p:cNvGrpSpPr/>
        <p:nvPr/>
      </p:nvGrpSpPr>
      <p:grpSpPr>
        <a:xfrm>
          <a:off x="0" y="0"/>
          <a:ext cx="0" cy="0"/>
          <a:chOff x="0" y="0"/>
          <a:chExt cx="0" cy="0"/>
        </a:xfrm>
      </p:grpSpPr>
      <p:sp>
        <p:nvSpPr>
          <p:cNvPr id="86" name="PlaceHolder 1"/>
          <p:cNvSpPr>
            <a:spLocks noGrp="1"/>
          </p:cNvSpPr>
          <p:nvPr>
            <p:ph type="title"/>
          </p:nvPr>
        </p:nvSpPr>
        <p:spPr>
          <a:xfrm>
            <a:off x="144000" y="71280"/>
            <a:ext cx="9539280" cy="648720"/>
          </a:xfrm>
          <a:prstGeom prst="rect">
            <a:avLst/>
          </a:prstGeom>
          <a:noFill/>
          <a:ln w="0">
            <a:noFill/>
          </a:ln>
        </p:spPr>
        <p:txBody>
          <a:bodyPr lIns="0" rIns="0" tIns="0" bIns="0" anchor="ctr">
            <a:spAutoFit/>
          </a:bodyPr>
          <a:p>
            <a:pPr indent="0">
              <a:lnSpc>
                <a:spcPct val="100000"/>
              </a:lnSpc>
              <a:buNone/>
              <a:tabLst>
                <a:tab algn="l" pos="0"/>
              </a:tabLst>
            </a:pPr>
            <a:r>
              <a:rPr b="0" lang="en-GB" sz="4400" strike="noStrike" u="none">
                <a:solidFill>
                  <a:srgbClr val="ffffff"/>
                </a:solidFill>
                <a:effectLst/>
                <a:uFillTx/>
                <a:latin typeface="Arial"/>
              </a:rPr>
              <a:t>6.</a:t>
            </a:r>
            <a:endParaRPr b="0" lang="en-GB" sz="4400" strike="noStrike" u="none">
              <a:solidFill>
                <a:srgbClr val="ffffff"/>
              </a:solidFill>
              <a:effectLst/>
              <a:uFillTx/>
              <a:latin typeface="Arial"/>
            </a:endParaRPr>
          </a:p>
        </p:txBody>
      </p:sp>
      <p:sp>
        <p:nvSpPr>
          <p:cNvPr id="87" name="PlaceHolder 2"/>
          <p:cNvSpPr>
            <a:spLocks noGrp="1"/>
          </p:cNvSpPr>
          <p:nvPr>
            <p:ph/>
          </p:nvPr>
        </p:nvSpPr>
        <p:spPr>
          <a:xfrm>
            <a:off x="504000" y="1326600"/>
            <a:ext cx="9071280" cy="3287520"/>
          </a:xfrm>
          <a:prstGeom prst="rect">
            <a:avLst/>
          </a:prstGeom>
          <a:noFill/>
          <a:ln w="0">
            <a:noFill/>
          </a:ln>
        </p:spPr>
        <p:txBody>
          <a:bodyPr lIns="0" rIns="0" tIns="0" bIns="0" anchor="t">
            <a:normAutofit/>
          </a:bodyPr>
          <a:p>
            <a:pPr indent="0">
              <a:lnSpc>
                <a:spcPct val="100000"/>
              </a:lnSpc>
              <a:spcBef>
                <a:spcPts val="1191"/>
              </a:spcBef>
              <a:spcAft>
                <a:spcPts val="992"/>
              </a:spcAft>
              <a:buNone/>
              <a:tabLst>
                <a:tab algn="l" pos="0"/>
              </a:tabLst>
            </a:pPr>
            <a:r>
              <a:rPr b="0" lang="en-GB" sz="3200" strike="noStrike" u="none">
                <a:solidFill>
                  <a:srgbClr val="ffffff"/>
                </a:solidFill>
                <a:effectLst/>
                <a:uFillTx/>
                <a:latin typeface="Arial"/>
              </a:rPr>
              <a:t>As a data architect using </a:t>
            </a:r>
            <a:r>
              <a:rPr b="0" lang="en-GB" sz="3200" strike="noStrike" u="none">
                <a:solidFill>
                  <a:srgbClr val="ffffff"/>
                </a:solidFill>
                <a:effectLst/>
                <a:uFillTx/>
                <a:latin typeface="Arial"/>
              </a:rPr>
              <a:t>the architecture </a:t>
            </a:r>
            <a:r>
              <a:rPr b="0" lang="en-GB" sz="3200" strike="noStrike" u="none">
                <a:solidFill>
                  <a:srgbClr val="ffffff"/>
                </a:solidFill>
                <a:effectLst/>
                <a:uFillTx/>
                <a:latin typeface="Arial"/>
              </a:rPr>
              <a:t>monitoring tools allow for </a:t>
            </a:r>
            <a:r>
              <a:rPr b="0" lang="en-GB" sz="3200" strike="noStrike" u="none">
                <a:solidFill>
                  <a:srgbClr val="ffffff"/>
                </a:solidFill>
                <a:effectLst/>
                <a:uFillTx/>
                <a:latin typeface="Arial"/>
              </a:rPr>
              <a:t>future improvements to </a:t>
            </a:r>
            <a:r>
              <a:rPr b="0" lang="en-GB" sz="3200" strike="noStrike" u="none">
                <a:solidFill>
                  <a:srgbClr val="ffffff"/>
                </a:solidFill>
                <a:effectLst/>
                <a:uFillTx/>
                <a:latin typeface="Arial"/>
              </a:rPr>
              <a:t>the system.</a:t>
            </a:r>
            <a:endParaRPr b="0" lang="en-GB" sz="3200" strike="noStrike" u="none">
              <a:solidFill>
                <a:srgbClr val="ffffff"/>
              </a:solidFill>
              <a:effectLst/>
              <a:uFillTx/>
              <a:latin typeface="Arial"/>
            </a:endParaRPr>
          </a:p>
        </p:txBody>
      </p:sp>
    </p:spTree>
  </p:cSld>
  <mc:AlternateContent>
    <mc:Choice Requires="p14">
      <p:transition spd="slow" advTm="30000" p14:dur="2000"/>
    </mc:Choice>
    <mc:Fallback>
      <p:transition spd="slow" advTm="30000"/>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show="0">
  <p:cSld>
    <p:spTree>
      <p:nvGrpSpPr>
        <p:cNvPr id="1" name=""/>
        <p:cNvGrpSpPr/>
        <p:nvPr/>
      </p:nvGrpSpPr>
      <p:grpSpPr>
        <a:xfrm>
          <a:off x="0" y="0"/>
          <a:ext cx="0" cy="0"/>
          <a:chOff x="0" y="0"/>
          <a:chExt cx="0" cy="0"/>
        </a:xfrm>
      </p:grpSpPr>
      <p:sp>
        <p:nvSpPr>
          <p:cNvPr id="88" name="PlaceHolder 1"/>
          <p:cNvSpPr>
            <a:spLocks noGrp="1"/>
          </p:cNvSpPr>
          <p:nvPr>
            <p:ph type="title"/>
          </p:nvPr>
        </p:nvSpPr>
        <p:spPr>
          <a:xfrm>
            <a:off x="144000" y="71280"/>
            <a:ext cx="9539280" cy="648720"/>
          </a:xfrm>
          <a:prstGeom prst="rect">
            <a:avLst/>
          </a:prstGeom>
          <a:noFill/>
          <a:ln w="0">
            <a:noFill/>
          </a:ln>
        </p:spPr>
        <p:txBody>
          <a:bodyPr lIns="0" rIns="0" tIns="0" bIns="0" anchor="ctr">
            <a:spAutoFit/>
          </a:bodyPr>
          <a:p>
            <a:pPr indent="0">
              <a:lnSpc>
                <a:spcPct val="100000"/>
              </a:lnSpc>
              <a:buNone/>
              <a:tabLst>
                <a:tab algn="l" pos="0"/>
              </a:tabLst>
            </a:pPr>
            <a:r>
              <a:rPr b="0" lang="en-GB" sz="4400" strike="noStrike" u="none">
                <a:solidFill>
                  <a:srgbClr val="ffffff"/>
                </a:solidFill>
                <a:effectLst/>
                <a:uFillTx/>
                <a:latin typeface="Arial"/>
              </a:rPr>
              <a:t>7.</a:t>
            </a:r>
            <a:endParaRPr b="0" lang="en-GB" sz="4400" strike="noStrike" u="none">
              <a:solidFill>
                <a:srgbClr val="ffffff"/>
              </a:solidFill>
              <a:effectLst/>
              <a:uFillTx/>
              <a:latin typeface="Arial"/>
            </a:endParaRPr>
          </a:p>
        </p:txBody>
      </p:sp>
      <p:sp>
        <p:nvSpPr>
          <p:cNvPr id="89" name="PlaceHolder 2"/>
          <p:cNvSpPr>
            <a:spLocks noGrp="1"/>
          </p:cNvSpPr>
          <p:nvPr>
            <p:ph/>
          </p:nvPr>
        </p:nvSpPr>
        <p:spPr>
          <a:xfrm>
            <a:off x="504000" y="1326600"/>
            <a:ext cx="9071280" cy="3287520"/>
          </a:xfrm>
          <a:prstGeom prst="rect">
            <a:avLst/>
          </a:prstGeom>
          <a:noFill/>
          <a:ln w="0">
            <a:noFill/>
          </a:ln>
        </p:spPr>
        <p:txBody>
          <a:bodyPr lIns="0" rIns="0" tIns="0" bIns="0" anchor="t">
            <a:normAutofit/>
          </a:bodyPr>
          <a:p>
            <a:pPr indent="0">
              <a:lnSpc>
                <a:spcPct val="100000"/>
              </a:lnSpc>
              <a:spcBef>
                <a:spcPts val="1191"/>
              </a:spcBef>
              <a:spcAft>
                <a:spcPts val="992"/>
              </a:spcAft>
              <a:buNone/>
              <a:tabLst>
                <a:tab algn="l" pos="0"/>
              </a:tabLst>
            </a:pPr>
            <a:r>
              <a:rPr b="0" lang="en-GB" sz="3200" strike="noStrike" u="none">
                <a:solidFill>
                  <a:srgbClr val="ffffff"/>
                </a:solidFill>
                <a:effectLst/>
                <a:uFillTx/>
                <a:latin typeface="Arial"/>
              </a:rPr>
              <a:t>As an operations engineer the automation of the deployment ensures that the latest builds of the app are pushed live quickly and efficiently to the end user.</a:t>
            </a:r>
            <a:endParaRPr b="0" lang="en-GB" sz="3200" strike="noStrike" u="none">
              <a:solidFill>
                <a:srgbClr val="ffffff"/>
              </a:solidFill>
              <a:effectLst/>
              <a:uFillTx/>
              <a:latin typeface="Arial"/>
            </a:endParaRPr>
          </a:p>
        </p:txBody>
      </p:sp>
    </p:spTree>
  </p:cSld>
  <mc:AlternateContent>
    <mc:Choice Requires="p14">
      <p:transition spd="slow" advTm="30000" p14:dur="2000"/>
    </mc:Choice>
    <mc:Fallback>
      <p:transition spd="slow" advTm="30000"/>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0" name="PlaceHolder 1"/>
          <p:cNvSpPr>
            <a:spLocks noGrp="1"/>
          </p:cNvSpPr>
          <p:nvPr>
            <p:ph type="title"/>
          </p:nvPr>
        </p:nvSpPr>
        <p:spPr>
          <a:xfrm>
            <a:off x="144000" y="60480"/>
            <a:ext cx="9539280" cy="670680"/>
          </a:xfrm>
          <a:prstGeom prst="rect">
            <a:avLst/>
          </a:prstGeom>
          <a:noFill/>
          <a:ln w="0">
            <a:noFill/>
          </a:ln>
        </p:spPr>
        <p:txBody>
          <a:bodyPr lIns="0" rIns="0" tIns="0" bIns="0" anchor="ctr">
            <a:spAutoFit/>
          </a:bodyPr>
          <a:p>
            <a:pPr indent="0">
              <a:lnSpc>
                <a:spcPct val="100000"/>
              </a:lnSpc>
              <a:buNone/>
              <a:tabLst>
                <a:tab algn="l" pos="0"/>
              </a:tabLst>
            </a:pPr>
            <a:r>
              <a:rPr b="0" lang="en-GB" sz="4400" strike="noStrike" u="none">
                <a:solidFill>
                  <a:srgbClr val="ffffff"/>
                </a:solidFill>
                <a:effectLst/>
                <a:uFillTx/>
                <a:latin typeface="Arial"/>
              </a:rPr>
              <a:t>DevOps - Conclusions</a:t>
            </a:r>
            <a:endParaRPr b="0" lang="en-GB" sz="4400" strike="noStrike" u="none">
              <a:solidFill>
                <a:srgbClr val="ffffff"/>
              </a:solidFill>
              <a:effectLst/>
              <a:uFillTx/>
              <a:latin typeface="Arial"/>
            </a:endParaRPr>
          </a:p>
        </p:txBody>
      </p:sp>
      <p:sp>
        <p:nvSpPr>
          <p:cNvPr id="91" name="PlaceHolder 2"/>
          <p:cNvSpPr>
            <a:spLocks noGrp="1"/>
          </p:cNvSpPr>
          <p:nvPr>
            <p:ph/>
          </p:nvPr>
        </p:nvSpPr>
        <p:spPr>
          <a:xfrm>
            <a:off x="360000" y="1326600"/>
            <a:ext cx="4427280" cy="3287520"/>
          </a:xfrm>
          <a:prstGeom prst="rect">
            <a:avLst/>
          </a:prstGeom>
          <a:noFill/>
          <a:ln w="0">
            <a:noFill/>
          </a:ln>
        </p:spPr>
        <p:txBody>
          <a:bodyPr lIns="0" rIns="0" tIns="0" bIns="0" anchor="t">
            <a:normAutofit/>
          </a:bodyPr>
          <a:p>
            <a:pPr indent="0">
              <a:spcBef>
                <a:spcPts val="1417"/>
              </a:spcBef>
              <a:buNone/>
            </a:pPr>
            <a:r>
              <a:rPr b="0" lang="en-GB" sz="3200" strike="noStrike" u="none">
                <a:solidFill>
                  <a:srgbClr val="ffffff"/>
                </a:solidFill>
                <a:effectLst/>
                <a:uFillTx/>
                <a:latin typeface="Arial"/>
              </a:rPr>
              <a:t>Pros:</a:t>
            </a:r>
            <a:endParaRPr b="0" lang="en-GB" sz="3200" strike="noStrike" u="none">
              <a:solidFill>
                <a:srgbClr val="ffffff"/>
              </a:solidFill>
              <a:effectLst/>
              <a:uFillTx/>
              <a:latin typeface="Arial"/>
            </a:endParaRPr>
          </a:p>
          <a:p>
            <a:pPr indent="0">
              <a:spcBef>
                <a:spcPts val="1417"/>
              </a:spcBef>
              <a:buNone/>
            </a:pPr>
            <a:r>
              <a:rPr b="0" lang="en-GB" sz="3200" strike="noStrike" u="none">
                <a:solidFill>
                  <a:srgbClr val="ffffff"/>
                </a:solidFill>
                <a:effectLst/>
                <a:uFillTx/>
                <a:latin typeface="Arial"/>
              </a:rPr>
              <a:t>Increased Reliability</a:t>
            </a:r>
            <a:endParaRPr b="0" lang="en-GB" sz="3200" strike="noStrike" u="none">
              <a:solidFill>
                <a:srgbClr val="ffffff"/>
              </a:solidFill>
              <a:effectLst/>
              <a:uFillTx/>
              <a:latin typeface="Arial"/>
            </a:endParaRPr>
          </a:p>
          <a:p>
            <a:pPr indent="0">
              <a:spcBef>
                <a:spcPts val="1417"/>
              </a:spcBef>
              <a:buNone/>
            </a:pPr>
            <a:r>
              <a:rPr b="0" lang="en-GB" sz="3200" strike="noStrike" u="none">
                <a:solidFill>
                  <a:srgbClr val="ffffff"/>
                </a:solidFill>
                <a:effectLst/>
                <a:uFillTx/>
                <a:latin typeface="Arial"/>
              </a:rPr>
              <a:t>Shortened deployment timeframes</a:t>
            </a:r>
            <a:endParaRPr b="0" lang="en-GB" sz="3200" strike="noStrike" u="none">
              <a:solidFill>
                <a:srgbClr val="ffffff"/>
              </a:solidFill>
              <a:effectLst/>
              <a:uFillTx/>
              <a:latin typeface="Arial"/>
            </a:endParaRPr>
          </a:p>
          <a:p>
            <a:pPr indent="0">
              <a:spcBef>
                <a:spcPts val="1417"/>
              </a:spcBef>
              <a:buNone/>
            </a:pPr>
            <a:r>
              <a:rPr b="0" lang="en-GB" sz="3200" strike="noStrike" u="none">
                <a:solidFill>
                  <a:srgbClr val="ffffff"/>
                </a:solidFill>
                <a:effectLst/>
                <a:uFillTx/>
                <a:latin typeface="Arial"/>
              </a:rPr>
              <a:t>Better descision making</a:t>
            </a:r>
            <a:endParaRPr b="0" lang="en-GB" sz="3200" strike="noStrike" u="none">
              <a:solidFill>
                <a:srgbClr val="ffffff"/>
              </a:solidFill>
              <a:effectLst/>
              <a:uFillTx/>
              <a:latin typeface="Arial"/>
            </a:endParaRPr>
          </a:p>
        </p:txBody>
      </p:sp>
      <p:sp>
        <p:nvSpPr>
          <p:cNvPr id="92" name="PlaceHolder 3"/>
          <p:cNvSpPr>
            <a:spLocks noGrp="1"/>
          </p:cNvSpPr>
          <p:nvPr>
            <p:ph/>
          </p:nvPr>
        </p:nvSpPr>
        <p:spPr>
          <a:xfrm>
            <a:off x="5400000" y="1326600"/>
            <a:ext cx="4427280" cy="3287520"/>
          </a:xfrm>
          <a:prstGeom prst="rect">
            <a:avLst/>
          </a:prstGeom>
          <a:noFill/>
          <a:ln w="0">
            <a:noFill/>
          </a:ln>
        </p:spPr>
        <p:txBody>
          <a:bodyPr lIns="0" rIns="0" tIns="0" bIns="0" anchor="t">
            <a:normAutofit/>
          </a:bodyPr>
          <a:p>
            <a:pPr indent="0">
              <a:spcBef>
                <a:spcPts val="1417"/>
              </a:spcBef>
              <a:buNone/>
            </a:pPr>
            <a:r>
              <a:rPr b="0" lang="en-GB" sz="3200" strike="noStrike" u="none">
                <a:solidFill>
                  <a:srgbClr val="ffffff"/>
                </a:solidFill>
                <a:effectLst/>
                <a:uFillTx/>
                <a:latin typeface="Arial"/>
              </a:rPr>
              <a:t>Cons:</a:t>
            </a:r>
            <a:endParaRPr b="0" lang="en-GB" sz="3200" strike="noStrike" u="none">
              <a:solidFill>
                <a:srgbClr val="ffffff"/>
              </a:solidFill>
              <a:effectLst/>
              <a:uFillTx/>
              <a:latin typeface="Arial"/>
            </a:endParaRPr>
          </a:p>
          <a:p>
            <a:pPr indent="0">
              <a:spcBef>
                <a:spcPts val="1417"/>
              </a:spcBef>
              <a:buNone/>
            </a:pPr>
            <a:r>
              <a:rPr b="0" lang="en-GB" sz="3200" strike="noStrike" u="none">
                <a:solidFill>
                  <a:srgbClr val="ffffff"/>
                </a:solidFill>
                <a:effectLst/>
                <a:uFillTx/>
                <a:latin typeface="Arial"/>
              </a:rPr>
              <a:t>Resistance to change</a:t>
            </a:r>
            <a:endParaRPr b="0" lang="en-GB" sz="3200" strike="noStrike" u="none">
              <a:solidFill>
                <a:srgbClr val="ffffff"/>
              </a:solidFill>
              <a:effectLst/>
              <a:uFillTx/>
              <a:latin typeface="Arial"/>
            </a:endParaRPr>
          </a:p>
          <a:p>
            <a:pPr indent="0">
              <a:spcBef>
                <a:spcPts val="1417"/>
              </a:spcBef>
              <a:buNone/>
            </a:pPr>
            <a:r>
              <a:rPr b="0" lang="en-GB" sz="3200" strike="noStrike" u="none">
                <a:solidFill>
                  <a:srgbClr val="ffffff"/>
                </a:solidFill>
                <a:effectLst/>
                <a:uFillTx/>
                <a:latin typeface="Arial"/>
              </a:rPr>
              <a:t>Management support</a:t>
            </a:r>
            <a:endParaRPr b="0" lang="en-GB" sz="3200" strike="noStrike" u="none">
              <a:solidFill>
                <a:srgbClr val="ffffff"/>
              </a:solidFill>
              <a:effectLst/>
              <a:uFillTx/>
              <a:latin typeface="Arial"/>
            </a:endParaRPr>
          </a:p>
          <a:p>
            <a:pPr indent="0">
              <a:spcBef>
                <a:spcPts val="1417"/>
              </a:spcBef>
              <a:buNone/>
            </a:pPr>
            <a:r>
              <a:rPr b="0" lang="en-GB" sz="3200" strike="noStrike" u="none">
                <a:solidFill>
                  <a:srgbClr val="ffffff"/>
                </a:solidFill>
                <a:effectLst/>
                <a:uFillTx/>
                <a:latin typeface="Arial"/>
              </a:rPr>
              <a:t>Regulation</a:t>
            </a:r>
            <a:endParaRPr b="0" lang="en-GB" sz="3200" strike="noStrike" u="none">
              <a:solidFill>
                <a:srgbClr val="ffffff"/>
              </a:solidFill>
              <a:effectLst/>
              <a:uFillTx/>
              <a:latin typeface="Arial"/>
            </a:endParaRPr>
          </a:p>
          <a:p>
            <a:pPr indent="0">
              <a:spcBef>
                <a:spcPts val="1417"/>
              </a:spcBef>
              <a:buNone/>
            </a:pPr>
            <a:r>
              <a:rPr b="0" lang="en-GB" sz="3200" strike="noStrike" u="none">
                <a:solidFill>
                  <a:srgbClr val="ffffff"/>
                </a:solidFill>
                <a:effectLst/>
                <a:uFillTx/>
                <a:latin typeface="Arial"/>
              </a:rPr>
              <a:t>Business size</a:t>
            </a:r>
            <a:endParaRPr b="0" lang="en-GB" sz="3200" strike="noStrike" u="none">
              <a:solidFill>
                <a:srgbClr val="ffffff"/>
              </a:solidFill>
              <a:effectLst/>
              <a:uFillTx/>
              <a:latin typeface="Arial"/>
            </a:endParaRPr>
          </a:p>
        </p:txBody>
      </p:sp>
    </p:spTree>
  </p:cSld>
  <mc:AlternateContent>
    <mc:Choice Requires="p14">
      <p:transition spd="slow" advTm="60000" p14:dur="2000"/>
    </mc:Choice>
    <mc:Fallback>
      <p:transition spd="slow" advTm="60000"/>
    </mc:Fallback>
  </mc:AlternateContent>
</p:sld>
</file>

<file path=ppt/theme/theme1.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464</TotalTime>
  <Application>LibreOffice/25.2.7.2$Linux_X86_64 LibreOffice_project/520$Build-2</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2026-01-05T09:16:48Z</dcterms:created>
  <dc:creator/>
  <dc:description>This work is licensed under a Creative Commons 0 License.
It makes use of the works of Mateus Machado Luna.</dc:description>
  <dc:language>en-GB</dc:language>
  <cp:lastModifiedBy/>
  <dcterms:modified xsi:type="dcterms:W3CDTF">2026-01-06T15:23:11Z</dcterms:modified>
  <cp:revision>11</cp:revision>
  <dc:subject/>
  <dc:title>Portfolio</dc:title>
</cp:coreProperties>
</file>

<file path=docProps/custom.xml><?xml version="1.0" encoding="utf-8"?>
<Properties xmlns="http://schemas.openxmlformats.org/officeDocument/2006/custom-properties" xmlns:vt="http://schemas.openxmlformats.org/officeDocument/2006/docPropsVTypes"/>
</file>