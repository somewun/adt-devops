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8999640" cy="65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79640" cy="259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</a:t>
            </a: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</a:t>
            </a: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</a:t>
            </a: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"/>
          <p:cNvSpPr/>
          <p:nvPr/>
        </p:nvSpPr>
        <p:spPr>
          <a:xfrm>
            <a:off x="4104000" y="4896000"/>
            <a:ext cx="5759640" cy="34596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fld id="{6C31E959-FEF8-4E6D-8B17-7AE37865B01B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3988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6840" cy="487080"/>
          </a:xfrm>
          <a:custGeom>
            <a:avLst/>
            <a:gdLst>
              <a:gd name="textAreaLeft" fmla="*/ 1080 w 6840"/>
              <a:gd name="textAreaRight" fmla="*/ 6120 w 6840"/>
              <a:gd name="textAreaTop" fmla="*/ 1080 h 487080"/>
              <a:gd name="textAreaBottom" fmla="*/ 486360 h 48708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8999640" cy="65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79640" cy="259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</a:t>
            </a: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</a:t>
            </a: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</a:t>
            </a: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"/>
          <p:cNvSpPr/>
          <p:nvPr/>
        </p:nvSpPr>
        <p:spPr>
          <a:xfrm>
            <a:off x="4104000" y="4896000"/>
            <a:ext cx="5759640" cy="34596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fld id="{DA1A5D17-44E9-4F4B-BB27-086F1176783D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25920" y="462888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" name=""/>
          <p:cNvSpPr/>
          <p:nvPr/>
        </p:nvSpPr>
        <p:spPr>
          <a:xfrm>
            <a:off x="3859200" y="5324400"/>
            <a:ext cx="623988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" name=""/>
          <p:cNvSpPr/>
          <p:nvPr/>
        </p:nvSpPr>
        <p:spPr>
          <a:xfrm>
            <a:off x="4044960" y="4944960"/>
            <a:ext cx="6840" cy="487080"/>
          </a:xfrm>
          <a:custGeom>
            <a:avLst/>
            <a:gdLst>
              <a:gd name="textAreaLeft" fmla="*/ 1080 w 6840"/>
              <a:gd name="textAreaRight" fmla="*/ 6120 w 6840"/>
              <a:gd name="textAreaTop" fmla="*/ 1080 h 487080"/>
              <a:gd name="textAreaBottom" fmla="*/ 486360 h 48708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8999640" cy="65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79640" cy="259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4104000" y="4896000"/>
            <a:ext cx="5759640" cy="34596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fld id="{7842A837-94EC-4DA5-AEAD-5DB1299FAA3C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25920" y="462888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"/>
          <p:cNvSpPr/>
          <p:nvPr/>
        </p:nvSpPr>
        <p:spPr>
          <a:xfrm>
            <a:off x="3859200" y="5324400"/>
            <a:ext cx="623988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" name=""/>
          <p:cNvSpPr/>
          <p:nvPr/>
        </p:nvSpPr>
        <p:spPr>
          <a:xfrm>
            <a:off x="4044960" y="4944960"/>
            <a:ext cx="6840" cy="487080"/>
          </a:xfrm>
          <a:custGeom>
            <a:avLst/>
            <a:gdLst>
              <a:gd name="textAreaLeft" fmla="*/ 1080 w 6840"/>
              <a:gd name="textAreaRight" fmla="*/ 6120 w 6840"/>
              <a:gd name="textAreaTop" fmla="*/ 1080 h 487080"/>
              <a:gd name="textAreaBottom" fmla="*/ 486360 h 48708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One Colum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39640" cy="64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"/>
          </p:nvPr>
        </p:nvSpPr>
        <p:spPr>
          <a:xfrm>
            <a:off x="504000" y="5256000"/>
            <a:ext cx="1655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2"/>
          </p:nvPr>
        </p:nvSpPr>
        <p:spPr>
          <a:xfrm>
            <a:off x="2520000" y="5256000"/>
            <a:ext cx="467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3"/>
          </p:nvPr>
        </p:nvSpPr>
        <p:spPr>
          <a:xfrm>
            <a:off x="7560000" y="5256000"/>
            <a:ext cx="161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ABA42A-4E39-4B57-BFB2-C050033B2BA8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0880" y="60732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"/>
          <p:cNvSpPr/>
          <p:nvPr/>
        </p:nvSpPr>
        <p:spPr>
          <a:xfrm>
            <a:off x="4430520" y="840960"/>
            <a:ext cx="567360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"/>
          <p:cNvSpPr/>
          <p:nvPr/>
        </p:nvSpPr>
        <p:spPr>
          <a:xfrm>
            <a:off x="9819720" y="474480"/>
            <a:ext cx="6840" cy="492840"/>
          </a:xfrm>
          <a:custGeom>
            <a:avLst/>
            <a:gdLst>
              <a:gd name="textAreaLeft" fmla="*/ 1080 w 6840"/>
              <a:gd name="textAreaRight" fmla="*/ 6120 w 6840"/>
              <a:gd name="textAreaTop" fmla="*/ 1080 h 492840"/>
              <a:gd name="textAreaBottom" fmla="*/ 492120 h 49284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1900800" y="5204880"/>
            <a:ext cx="746496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9259920" y="4917240"/>
            <a:ext cx="6840" cy="349200"/>
          </a:xfrm>
          <a:custGeom>
            <a:avLst/>
            <a:gdLst>
              <a:gd name="textAreaLeft" fmla="*/ 1080 w 6840"/>
              <a:gd name="textAreaRight" fmla="*/ 6120 w 6840"/>
              <a:gd name="textAreaTop" fmla="*/ 1080 h 349200"/>
              <a:gd name="textAreaBottom" fmla="*/ 348480 h 34920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39640" cy="64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4"/>
          </p:nvPr>
        </p:nvSpPr>
        <p:spPr>
          <a:xfrm>
            <a:off x="504000" y="5256000"/>
            <a:ext cx="1655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5"/>
          </p:nvPr>
        </p:nvSpPr>
        <p:spPr>
          <a:xfrm>
            <a:off x="2520000" y="5256000"/>
            <a:ext cx="467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6"/>
          </p:nvPr>
        </p:nvSpPr>
        <p:spPr>
          <a:xfrm>
            <a:off x="7560000" y="5256000"/>
            <a:ext cx="161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AAFCBF-488F-43BD-A028-9FEF18265FC1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0880" y="60732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4430520" y="840960"/>
            <a:ext cx="567360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9819720" y="474480"/>
            <a:ext cx="6840" cy="492840"/>
          </a:xfrm>
          <a:custGeom>
            <a:avLst/>
            <a:gdLst>
              <a:gd name="textAreaLeft" fmla="*/ 1080 w 6840"/>
              <a:gd name="textAreaRight" fmla="*/ 6120 w 6840"/>
              <a:gd name="textAreaTop" fmla="*/ 1080 h 492840"/>
              <a:gd name="textAreaBottom" fmla="*/ 492120 h 49284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1900800" y="5204880"/>
            <a:ext cx="746496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"/>
          <p:cNvSpPr/>
          <p:nvPr/>
        </p:nvSpPr>
        <p:spPr>
          <a:xfrm>
            <a:off x="9259920" y="4917240"/>
            <a:ext cx="6840" cy="349200"/>
          </a:xfrm>
          <a:custGeom>
            <a:avLst/>
            <a:gdLst>
              <a:gd name="textAreaLeft" fmla="*/ 1080 w 6840"/>
              <a:gd name="textAreaRight" fmla="*/ 6120 w 6840"/>
              <a:gd name="textAreaTop" fmla="*/ 1080 h 349200"/>
              <a:gd name="textAreaBottom" fmla="*/ 348480 h 34920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lumns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39640" cy="64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7"/>
          </p:nvPr>
        </p:nvSpPr>
        <p:spPr>
          <a:xfrm>
            <a:off x="504000" y="5256000"/>
            <a:ext cx="1655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8"/>
          </p:nvPr>
        </p:nvSpPr>
        <p:spPr>
          <a:xfrm>
            <a:off x="2520000" y="5256000"/>
            <a:ext cx="467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9"/>
          </p:nvPr>
        </p:nvSpPr>
        <p:spPr>
          <a:xfrm>
            <a:off x="7560000" y="5256000"/>
            <a:ext cx="161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A83B31-FCE3-4512-8C39-4728F5CC6F5E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0880" y="60732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4430520" y="840960"/>
            <a:ext cx="567360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9819720" y="474480"/>
            <a:ext cx="6840" cy="492840"/>
          </a:xfrm>
          <a:custGeom>
            <a:avLst/>
            <a:gdLst>
              <a:gd name="textAreaLeft" fmla="*/ 1080 w 6840"/>
              <a:gd name="textAreaRight" fmla="*/ 6120 w 6840"/>
              <a:gd name="textAreaTop" fmla="*/ 1080 h 492840"/>
              <a:gd name="textAreaBottom" fmla="*/ 492120 h 49284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5644080" y="5194800"/>
            <a:ext cx="372168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>
            <a:off x="9259920" y="4917240"/>
            <a:ext cx="6840" cy="349200"/>
          </a:xfrm>
          <a:custGeom>
            <a:avLst/>
            <a:gdLst>
              <a:gd name="textAreaLeft" fmla="*/ 1080 w 6840"/>
              <a:gd name="textAreaRight" fmla="*/ 6120 w 6840"/>
              <a:gd name="textAreaTop" fmla="*/ 1080 h 349200"/>
              <a:gd name="textAreaBottom" fmla="*/ 348480 h 34920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"/>
          <p:cNvSpPr/>
          <p:nvPr/>
        </p:nvSpPr>
        <p:spPr>
          <a:xfrm>
            <a:off x="974160" y="5194440"/>
            <a:ext cx="372168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" name=""/>
          <p:cNvSpPr/>
          <p:nvPr/>
        </p:nvSpPr>
        <p:spPr>
          <a:xfrm>
            <a:off x="4590000" y="4914000"/>
            <a:ext cx="6840" cy="349200"/>
          </a:xfrm>
          <a:custGeom>
            <a:avLst/>
            <a:gdLst>
              <a:gd name="textAreaLeft" fmla="*/ 1080 w 6840"/>
              <a:gd name="textAreaRight" fmla="*/ 6120 w 6840"/>
              <a:gd name="textAreaTop" fmla="*/ 1080 h 349200"/>
              <a:gd name="textAreaBottom" fmla="*/ 348480 h 34920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"/>
          <p:cNvSpPr/>
          <p:nvPr/>
        </p:nvSpPr>
        <p:spPr>
          <a:xfrm>
            <a:off x="5055480" y="1037160"/>
            <a:ext cx="10440" cy="3700440"/>
          </a:xfrm>
          <a:custGeom>
            <a:avLst/>
            <a:gdLst>
              <a:gd name="textAreaLeft" fmla="*/ 1440 w 10440"/>
              <a:gd name="textAreaRight" fmla="*/ 9360 w 10440"/>
              <a:gd name="textAreaTop" fmla="*/ 1440 h 3700440"/>
              <a:gd name="textAreaBottom" fmla="*/ 3699360 h 3700440"/>
            </a:gdLst>
            <a:ahLst/>
            <a:cxnLst/>
            <a:rect l="textAreaLeft" t="textAreaTop" r="textAreaRight" b="textAreaBottom"/>
            <a:pathLst>
              <a:path w="21600" h="7163535">
                <a:moveTo>
                  <a:pt x="10800" y="0"/>
                </a:moveTo>
                <a:arcTo wR="10800" hR="10800" stAng="16200000" swAng="-5400000"/>
                <a:lnTo>
                  <a:pt x="0" y="7152735"/>
                </a:lnTo>
                <a:arcTo wR="10800" hR="10800" stAng="10800000" swAng="-5400000"/>
                <a:lnTo>
                  <a:pt x="10800" y="7163535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gradFill rotWithShape="0">
            <a:gsLst>
              <a:gs pos="0">
                <a:srgbClr val="111111"/>
              </a:gs>
              <a:gs pos="50000">
                <a:srgbClr val="cccccc"/>
              </a:gs>
              <a:gs pos="100000">
                <a:srgbClr val="111111"/>
              </a:gs>
            </a:gsLst>
            <a:lin ang="540000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One Column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39640" cy="64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10"/>
          </p:nvPr>
        </p:nvSpPr>
        <p:spPr>
          <a:xfrm>
            <a:off x="504000" y="5256000"/>
            <a:ext cx="1655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11"/>
          </p:nvPr>
        </p:nvSpPr>
        <p:spPr>
          <a:xfrm>
            <a:off x="2520000" y="5256000"/>
            <a:ext cx="467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2"/>
          </p:nvPr>
        </p:nvSpPr>
        <p:spPr>
          <a:xfrm>
            <a:off x="7560000" y="5256000"/>
            <a:ext cx="161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35471E-2382-448C-91AD-24228A91EA72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20880" y="60732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"/>
          <p:cNvSpPr/>
          <p:nvPr/>
        </p:nvSpPr>
        <p:spPr>
          <a:xfrm>
            <a:off x="4430520" y="840960"/>
            <a:ext cx="567360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" name=""/>
          <p:cNvSpPr/>
          <p:nvPr/>
        </p:nvSpPr>
        <p:spPr>
          <a:xfrm>
            <a:off x="9819720" y="474480"/>
            <a:ext cx="6840" cy="492840"/>
          </a:xfrm>
          <a:custGeom>
            <a:avLst/>
            <a:gdLst>
              <a:gd name="textAreaLeft" fmla="*/ 1080 w 6840"/>
              <a:gd name="textAreaRight" fmla="*/ 6120 w 6840"/>
              <a:gd name="textAreaTop" fmla="*/ 1080 h 492840"/>
              <a:gd name="textAreaBottom" fmla="*/ 492120 h 49284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" name=""/>
          <p:cNvSpPr/>
          <p:nvPr/>
        </p:nvSpPr>
        <p:spPr>
          <a:xfrm>
            <a:off x="1900800" y="5204880"/>
            <a:ext cx="746496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9259920" y="4917240"/>
            <a:ext cx="6840" cy="349200"/>
          </a:xfrm>
          <a:custGeom>
            <a:avLst/>
            <a:gdLst>
              <a:gd name="textAreaLeft" fmla="*/ 1080 w 6840"/>
              <a:gd name="textAreaRight" fmla="*/ 6120 w 6840"/>
              <a:gd name="textAreaTop" fmla="*/ 1080 h 349200"/>
              <a:gd name="textAreaBottom" fmla="*/ 348480 h 34920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39640" cy="64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13"/>
          </p:nvPr>
        </p:nvSpPr>
        <p:spPr>
          <a:xfrm>
            <a:off x="504000" y="5256000"/>
            <a:ext cx="1655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ftr" idx="14"/>
          </p:nvPr>
        </p:nvSpPr>
        <p:spPr>
          <a:xfrm>
            <a:off x="2520000" y="5256000"/>
            <a:ext cx="467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5"/>
          </p:nvPr>
        </p:nvSpPr>
        <p:spPr>
          <a:xfrm>
            <a:off x="7560000" y="5256000"/>
            <a:ext cx="161964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8ADC32-CCBF-4243-A1A2-CC497416DCDA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20880" y="607320"/>
            <a:ext cx="6119640" cy="17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"/>
          <p:cNvSpPr/>
          <p:nvPr/>
        </p:nvSpPr>
        <p:spPr>
          <a:xfrm>
            <a:off x="4430520" y="840960"/>
            <a:ext cx="567360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9819720" y="474480"/>
            <a:ext cx="6840" cy="492840"/>
          </a:xfrm>
          <a:custGeom>
            <a:avLst/>
            <a:gdLst>
              <a:gd name="textAreaLeft" fmla="*/ 1080 w 6840"/>
              <a:gd name="textAreaRight" fmla="*/ 6120 w 6840"/>
              <a:gd name="textAreaTop" fmla="*/ 1080 h 492840"/>
              <a:gd name="textAreaBottom" fmla="*/ 492120 h 49284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"/>
          <p:cNvSpPr/>
          <p:nvPr/>
        </p:nvSpPr>
        <p:spPr>
          <a:xfrm>
            <a:off x="1900800" y="5204880"/>
            <a:ext cx="7464960" cy="68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"/>
          <p:cNvSpPr/>
          <p:nvPr/>
        </p:nvSpPr>
        <p:spPr>
          <a:xfrm>
            <a:off x="9259920" y="4917240"/>
            <a:ext cx="6840" cy="349200"/>
          </a:xfrm>
          <a:custGeom>
            <a:avLst/>
            <a:gdLst>
              <a:gd name="textAreaLeft" fmla="*/ 1080 w 6840"/>
              <a:gd name="textAreaRight" fmla="*/ 6120 w 6840"/>
              <a:gd name="textAreaTop" fmla="*/ 1080 h 349200"/>
              <a:gd name="textAreaBottom" fmla="*/ 348480 h 34920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44000" y="3887640"/>
            <a:ext cx="8999640" cy="65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DevOps - Developer Stories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DevOps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Introduction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Developer Stories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Conclusions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software developer the use of git allows for version control, easier code review and collaboration.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developer automation of the process is key to producing more reliable and higher quality end products.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code tester the Automation of basic testing allows me to ensure that the code hits a basic level of functionality.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DevOps Engineer deploying the infrastructure as code means that the deployment process is repeatable and reproducible.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security developer the standardised process allows for security to be baked into the process more easily.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data architect using the architecture monitoring tools allow for future improvements to the system.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7.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an operations engineer the automation of the deployment ensures that the latest builds of the app are pushed live quickly and efficiently to the end user.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44000" y="71640"/>
            <a:ext cx="9539640" cy="64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Conclusions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7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5148000" y="1326600"/>
            <a:ext cx="44276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advTm="30000" p14:dur="2000"/>
    </mc:Choice>
    <mc:Fallback>
      <p:transition spd="slow" advTm="30000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447</TotalTime>
  <Application>LibreOffice/25.2.7.2$Linux_X86_64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2026-01-05T09:16:48Z</dcterms:created>
  <dc:creator/>
  <dc:description>This work is licensed under a Creative Commons 0 License.
It makes use of the works of Mateus Machado Luna.</dc:description>
  <dc:language>en-GB</dc:language>
  <cp:lastModifiedBy/>
  <dcterms:modified xsi:type="dcterms:W3CDTF">2026-01-06T10:33:19Z</dcterms:modified>
  <cp:revision>7</cp:revision>
  <dc:subject/>
  <dc:title>Portfolio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